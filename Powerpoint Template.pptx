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15" r:id="rId5"/>
    <p:sldMasterId id="2147483730" r:id="rId6"/>
    <p:sldMasterId id="2147483745" r:id="rId7"/>
  </p:sldMasterIdLst>
  <p:sldIdLst>
    <p:sldId id="256" r:id="rId8"/>
    <p:sldId id="261" r:id="rId9"/>
    <p:sldId id="260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3A"/>
    <a:srgbClr val="2FAEBA"/>
    <a:srgbClr val="E9D758"/>
    <a:srgbClr val="FF8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Alexander" userId="ab3fc56c-4498-445c-9b2c-4d11a9088157" providerId="ADAL" clId="{086A024C-DAEE-4E96-AA0A-A201B2D19CBA}"/>
    <pc:docChg chg="addSld">
      <pc:chgData name="Maria Alexander" userId="ab3fc56c-4498-445c-9b2c-4d11a9088157" providerId="ADAL" clId="{086A024C-DAEE-4E96-AA0A-A201B2D19CBA}" dt="2025-11-20T20:38:48.617" v="0" actId="680"/>
      <pc:docMkLst>
        <pc:docMk/>
      </pc:docMkLst>
      <pc:sldChg chg="new">
        <pc:chgData name="Maria Alexander" userId="ab3fc56c-4498-445c-9b2c-4d11a9088157" providerId="ADAL" clId="{086A024C-DAEE-4E96-AA0A-A201B2D19CBA}" dt="2025-11-20T20:38:48.617" v="0" actId="680"/>
        <pc:sldMkLst>
          <pc:docMk/>
          <pc:sldMk cId="394633038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4CD5D27-13BE-E9DA-876B-87188378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060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515600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9464C-149D-7652-70D5-DC82103B0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063" y="2010688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0E7C91-3D93-862B-A67E-5731E837A2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8062" y="4151389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F36DA5-BA51-E71F-4071-CDA8B6AF81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0980" y="202485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99BA80-FA1C-37FB-72B9-42251A8D5A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0979" y="415051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95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27696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C54DB-95BB-5B11-0EB7-75C75C50144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1801017"/>
            <a:ext cx="10916282" cy="42672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45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10762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F056029-B7F3-482D-9542-950BD72ED0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4" y="1811337"/>
            <a:ext cx="10910357" cy="508529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38072-48A0-51A1-FEF4-E45B5115F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2319865"/>
            <a:ext cx="10916282" cy="374835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615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75F073F-6731-E070-7EE4-92824BB2545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9A5C0D-B311-E613-144B-5291C29846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2674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011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49D979-9146-D413-A2FC-68189B7850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5FEDD83-C228-5D86-856B-6D99C5DF4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1736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6BCB8A8-BBA3-8E73-3204-0C2AE00FF1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8570" y="2217738"/>
            <a:ext cx="5220758" cy="3895726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D7A3F4A-F659-56AC-A43F-E25646A9BE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82265" y="2217736"/>
            <a:ext cx="5220758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704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26F6D6B-47FF-6F29-8AF5-98B2E384705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5DB4D-ACAA-ADEC-91D5-E29CCDDB93E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97332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C0A4B7-CF9A-8A6B-9427-B60E96D176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92951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0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B30549E-0796-5A97-919A-00EAB5F1F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581A80F-99FF-A666-AB5C-08EBCDD4AA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950" y="1814825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440AC6-411A-C433-635D-3801D7643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692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3E88EC-4FD8-8E3E-ACD6-1665A1B3D0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D8BD0B8-6125-ED99-1A73-3BE457AD59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9295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731CCED-3B8C-9958-C3F9-4CFFAA5253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9652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84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9B7D0F4-B3AD-F806-6951-61C7C331F5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981200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44C14-1D03-AED5-9881-AA5FC8B04D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5559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AF765E6-5323-792F-6962-64E504304B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173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AB084AF-27D5-1779-F982-B26B31DD4CC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4710" y="198921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5430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80E464D-5342-A52D-F498-615717ED20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975" y="1862666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BF02568-DE2C-B455-61C9-D693B3420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5998" y="1866830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A571BBB-AA17-8469-C37F-35A7925A22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44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A7DBE22-DA59-C911-6EA7-94916E1842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173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F15A62-F484-C6DE-80F5-8CDD92FFC9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88570" y="2235201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0EAC0EA-0F0C-1B0D-D807-E224EE4964F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55559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3B4D93D-254D-7D03-F4D9-93FA44EA96E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21173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88FFBB0-2C5F-3A47-31C3-29E47B123A1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44710" y="224322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0386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FF855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4F51DE8-59AE-C0C2-98DC-8BA094E581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7754820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5919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Sub-Heading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FF855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13F2A2A-3B52-CDBF-DB10-FD881B6BDC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7672704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DD2F942-F90C-8DBB-83DA-4C15C3B12C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8"/>
            <a:ext cx="7754820" cy="38957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6448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FF855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2D60A1C-E2FE-1A03-A1CC-8BFE867A15B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7A4658-D4F8-4865-6FF3-A22420B99CC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1733801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1753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FF855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15EE034-DCC4-8DB3-571D-030DB2FE4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570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28CEAEA-2ECB-CAD5-34AC-0AFC19EE0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2235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2A87F26-C02E-0CB8-F483-78D4180318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08089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2DE706D-C4B3-86C2-939C-A49B6890865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2208088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6209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4CD5D27-13BE-E9DA-876B-87188378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91041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515600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9464C-149D-7652-70D5-DC82103B0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063" y="2010688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E9D75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0E7C91-3D93-862B-A67E-5731E837A2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8062" y="4151389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E9D75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F36DA5-BA51-E71F-4071-CDA8B6AF81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0980" y="202485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E9D75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99BA80-FA1C-37FB-72B9-42251A8D5A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0979" y="415051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E9D758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388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27696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C54DB-95BB-5B11-0EB7-75C75C50144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1801017"/>
            <a:ext cx="10916282" cy="42672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4245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10762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F056029-B7F3-482D-9542-950BD72ED0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4" y="1811337"/>
            <a:ext cx="10910357" cy="508529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38072-48A0-51A1-FEF4-E45B5115F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2319865"/>
            <a:ext cx="10916282" cy="374835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934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75F073F-6731-E070-7EE4-92824BB2545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9A5C0D-B311-E613-144B-5291C29846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2674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3705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49D979-9146-D413-A2FC-68189B7850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5FEDD83-C228-5D86-856B-6D99C5DF4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1736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6BCB8A8-BBA3-8E73-3204-0C2AE00FF1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8570" y="2217738"/>
            <a:ext cx="5220758" cy="3895726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D7A3F4A-F659-56AC-A43F-E25646A9BE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82265" y="2217736"/>
            <a:ext cx="5220758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8964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26F6D6B-47FF-6F29-8AF5-98B2E384705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5DB4D-ACAA-ADEC-91D5-E29CCDDB93E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97332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C0A4B7-CF9A-8A6B-9427-B60E96D176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92951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2607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B30549E-0796-5A97-919A-00EAB5F1F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581A80F-99FF-A666-AB5C-08EBCDD4AA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950" y="1814825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440AC6-411A-C433-635D-3801D7643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692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3E88EC-4FD8-8E3E-ACD6-1665A1B3D0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D8BD0B8-6125-ED99-1A73-3BE457AD59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9295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731CCED-3B8C-9958-C3F9-4CFFAA5253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9652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813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9B7D0F4-B3AD-F806-6951-61C7C331F5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981200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44C14-1D03-AED5-9881-AA5FC8B04D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5559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AF765E6-5323-792F-6962-64E504304B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173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AB084AF-27D5-1779-F982-B26B31DD4CC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4710" y="198921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4455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80E464D-5342-A52D-F498-615717ED20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975" y="1862666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BF02568-DE2C-B455-61C9-D693B3420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5998" y="1866830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A571BBB-AA17-8469-C37F-35A7925A22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44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A7DBE22-DA59-C911-6EA7-94916E1842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173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F15A62-F484-C6DE-80F5-8CDD92FFC9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88570" y="2235201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0EAC0EA-0F0C-1B0D-D807-E224EE4964F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55559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3B4D93D-254D-7D03-F4D9-93FA44EA96E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21173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88FFBB0-2C5F-3A47-31C3-29E47B123A1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44710" y="224322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524260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E9D75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4F51DE8-59AE-C0C2-98DC-8BA094E581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7754820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01663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Sub-Heading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E9D75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13F2A2A-3B52-CDBF-DB10-FD881B6BDC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7672704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DD2F942-F90C-8DBB-83DA-4C15C3B12C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8"/>
            <a:ext cx="7754820" cy="38957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279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E9D75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2D60A1C-E2FE-1A03-A1CC-8BFE867A15B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7A4658-D4F8-4865-6FF3-A22420B99CC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1733801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43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E9D758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15EE034-DCC4-8DB3-571D-030DB2FE4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570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28CEAEA-2ECB-CAD5-34AC-0AFC19EE0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2235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2A87F26-C02E-0CB8-F483-78D4180318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08089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2DE706D-C4B3-86C2-939C-A49B6890865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2208088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68977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4CD5D27-13BE-E9DA-876B-87188378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532512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515600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9464C-149D-7652-70D5-DC82103B0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063" y="2010688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2FAEB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0E7C91-3D93-862B-A67E-5731E837A2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8062" y="4151389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2FAEB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F36DA5-BA51-E71F-4071-CDA8B6AF81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0980" y="202485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2FAEB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99BA80-FA1C-37FB-72B9-42251A8D5A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0979" y="415051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2FAEB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51728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27696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C54DB-95BB-5B11-0EB7-75C75C50144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1801017"/>
            <a:ext cx="10916282" cy="42672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10670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10762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F056029-B7F3-482D-9542-950BD72ED0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4" y="1811337"/>
            <a:ext cx="10910357" cy="508529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38072-48A0-51A1-FEF4-E45B5115F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2319865"/>
            <a:ext cx="10916282" cy="374835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4111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75F073F-6731-E070-7EE4-92824BB2545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9A5C0D-B311-E613-144B-5291C29846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2674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19240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49D979-9146-D413-A2FC-68189B7850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5FEDD83-C228-5D86-856B-6D99C5DF4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1736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6BCB8A8-BBA3-8E73-3204-0C2AE00FF1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8570" y="2217738"/>
            <a:ext cx="5220758" cy="3895726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D7A3F4A-F659-56AC-A43F-E25646A9BE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82265" y="2217736"/>
            <a:ext cx="5220758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14299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26F6D6B-47FF-6F29-8AF5-98B2E384705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5DB4D-ACAA-ADEC-91D5-E29CCDDB93E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97332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C0A4B7-CF9A-8A6B-9427-B60E96D176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92951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38160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B30549E-0796-5A97-919A-00EAB5F1F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581A80F-99FF-A666-AB5C-08EBCDD4AA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950" y="1814825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440AC6-411A-C433-635D-3801D7643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692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3E88EC-4FD8-8E3E-ACD6-1665A1B3D0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D8BD0B8-6125-ED99-1A73-3BE457AD59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9295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731CCED-3B8C-9958-C3F9-4CFFAA5253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9652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54932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9B7D0F4-B3AD-F806-6951-61C7C331F5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981200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44C14-1D03-AED5-9881-AA5FC8B04D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5559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AF765E6-5323-792F-6962-64E504304B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173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AB084AF-27D5-1779-F982-B26B31DD4CC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4710" y="198921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01630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80E464D-5342-A52D-F498-615717ED20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975" y="1862666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BF02568-DE2C-B455-61C9-D693B3420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5998" y="1866830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A571BBB-AA17-8469-C37F-35A7925A22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44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A7DBE22-DA59-C911-6EA7-94916E1842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173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F15A62-F484-C6DE-80F5-8CDD92FFC9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88570" y="2235201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0EAC0EA-0F0C-1B0D-D807-E224EE4964F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55559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3B4D93D-254D-7D03-F4D9-93FA44EA96E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21173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88FFBB0-2C5F-3A47-31C3-29E47B123A1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44710" y="224322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126921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2FAEB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4F51DE8-59AE-C0C2-98DC-8BA094E581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7754820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58938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Sub-Heading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2FAEB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13F2A2A-3B52-CDBF-DB10-FD881B6BDC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7672704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DD2F942-F90C-8DBB-83DA-4C15C3B12C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8"/>
            <a:ext cx="7754820" cy="38957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26131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2FAEB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2D60A1C-E2FE-1A03-A1CC-8BFE867A15B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7A4658-D4F8-4865-6FF3-A22420B99CC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1733801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45983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2FAEB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15EE034-DCC4-8DB3-571D-030DB2FE4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570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28CEAEA-2ECB-CAD5-34AC-0AFC19EE0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2235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2A87F26-C02E-0CB8-F483-78D4180318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08089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2DE706D-C4B3-86C2-939C-A49B6890865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2208088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18146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4CD5D27-13BE-E9DA-876B-87188378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090129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515600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9464C-149D-7652-70D5-DC82103B0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8063" y="2010688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39393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0E7C91-3D93-862B-A67E-5731E837A2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8062" y="4151389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39393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1F36DA5-BA51-E71F-4071-CDA8B6AF81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0980" y="202485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39393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99BA80-FA1C-37FB-72B9-42251A8D5A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0979" y="4150517"/>
            <a:ext cx="5087937" cy="1917700"/>
          </a:xfrm>
          <a:prstGeom prst="roundRect">
            <a:avLst/>
          </a:prstGeom>
          <a:noFill/>
          <a:ln w="9525" cap="flat" cmpd="sng" algn="ctr">
            <a:solidFill>
              <a:srgbClr val="39393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>
            <a:lvl1pPr>
              <a:defRPr sz="18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2pPr>
            <a:lvl3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3pPr>
            <a:lvl4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4pPr>
            <a:lvl5pPr>
              <a:defRPr sz="160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85791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solidFill>
              <a:srgbClr val="393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27696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C54DB-95BB-5B11-0EB7-75C75C50144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1801017"/>
            <a:ext cx="10916282" cy="42672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1018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1" y="789783"/>
            <a:ext cx="10910762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F056029-B7F3-482D-9542-950BD72ED0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4" y="1811337"/>
            <a:ext cx="10910357" cy="508529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38072-48A0-51A1-FEF4-E45B5115F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88571" y="2319865"/>
            <a:ext cx="10916282" cy="374835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49005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75F073F-6731-E070-7EE4-92824BB2545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F9A5C0D-B311-E613-144B-5291C29846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82674" y="1981200"/>
            <a:ext cx="5220758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9128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49D979-9146-D413-A2FC-68189B7850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5FEDD83-C228-5D86-856B-6D99C5DF40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1736" y="1811338"/>
            <a:ext cx="5221288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6BCB8A8-BBA3-8E73-3204-0C2AE00FF1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88570" y="2217738"/>
            <a:ext cx="5220758" cy="3895726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D7A3F4A-F659-56AC-A43F-E25646A9BE7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82265" y="2217736"/>
            <a:ext cx="5220758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5919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26F6D6B-47FF-6F29-8AF5-98B2E384705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570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5DB4D-ACAA-ADEC-91D5-E29CCDDB93E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97332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C0A4B7-CF9A-8A6B-9427-B60E96D176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92951" y="1981200"/>
            <a:ext cx="3205691" cy="413226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48876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B30549E-0796-5A97-919A-00EAB5F1F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581A80F-99FF-A666-AB5C-08EBCDD4AA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2950" y="1814825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9440AC6-411A-C433-635D-3801D76436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96925" y="1862666"/>
            <a:ext cx="3205691" cy="355071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A3E88EC-4FD8-8E3E-ACD6-1665A1B3D0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D8BD0B8-6125-ED99-1A73-3BE457AD59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49295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731CCED-3B8C-9958-C3F9-4CFFAA5253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96520" y="2217736"/>
            <a:ext cx="3205691" cy="3895727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99965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09B7D0F4-B3AD-F806-6951-61C7C331F5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981200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44C14-1D03-AED5-9881-AA5FC8B04D7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55559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AF765E6-5323-792F-6962-64E504304B3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1732" y="198119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AB084AF-27D5-1779-F982-B26B31DD4CC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4710" y="1989219"/>
            <a:ext cx="2291291" cy="4132263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237528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081445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80E464D-5342-A52D-F498-615717ED20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8975" y="1862666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BF02568-DE2C-B455-61C9-D693B34208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55998" y="1866830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A571BBB-AA17-8469-C37F-35A7925A22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44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A7DBE22-DA59-C911-6EA7-94916E1842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11732" y="1870994"/>
            <a:ext cx="2867023" cy="372534"/>
          </a:xfrm>
          <a:prstGeom prst="rect">
            <a:avLst/>
          </a:prstGeom>
        </p:spPr>
        <p:txBody>
          <a:bodyPr anchor="ctr"/>
          <a:lstStyle>
            <a:lvl1pPr>
              <a:defRPr sz="1600"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1F15A62-F484-C6DE-80F5-8CDD92FFC99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88570" y="2235201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0EAC0EA-0F0C-1B0D-D807-E224EE4964F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55559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3B4D93D-254D-7D03-F4D9-93FA44EA96E8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211732" y="223520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88FFBB0-2C5F-3A47-31C3-29E47B123A1F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344710" y="2243220"/>
            <a:ext cx="2291291" cy="3878262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Poppins" pitchFamily="2" charset="77"/>
                <a:cs typeface="Poppins" pitchFamily="2" charset="77"/>
              </a:defRPr>
            </a:lvl1pPr>
            <a:lvl2pPr>
              <a:defRPr sz="1400">
                <a:latin typeface="Poppins" pitchFamily="2" charset="77"/>
                <a:cs typeface="Poppins" pitchFamily="2" charset="77"/>
              </a:defRPr>
            </a:lvl2pPr>
            <a:lvl3pPr>
              <a:defRPr sz="14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625089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39393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44F51DE8-59AE-C0C2-98DC-8BA094E581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7754820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548383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Sub-Heading +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39393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13F2A2A-3B52-CDBF-DB10-FD881B6BDC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975" y="1811338"/>
            <a:ext cx="7672704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DD2F942-F90C-8DBB-83DA-4C15C3B12C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17738"/>
            <a:ext cx="7754820" cy="38957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18778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39393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2D60A1C-E2FE-1A03-A1CC-8BFE867A15B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1733802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7A4658-D4F8-4865-6FF3-A22420B99CC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1733801"/>
            <a:ext cx="3572783" cy="4379661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379391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-Heading + Two Content +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9B77B4-5E92-6AA0-B035-808A37ED22EB}"/>
              </a:ext>
            </a:extLst>
          </p:cNvPr>
          <p:cNvSpPr/>
          <p:nvPr userDrawn="1"/>
        </p:nvSpPr>
        <p:spPr>
          <a:xfrm>
            <a:off x="8535496" y="1846262"/>
            <a:ext cx="3270424" cy="4270248"/>
          </a:xfrm>
          <a:prstGeom prst="roundRect">
            <a:avLst/>
          </a:prstGeom>
          <a:solidFill>
            <a:srgbClr val="39393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4E174-D9DB-4E65-92C2-0E411DED557F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3C1214C-1264-D2C0-6937-9137CCBB4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570" y="789783"/>
            <a:ext cx="11025243" cy="87613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25440-B568-4355-0EA8-3CC33BD6413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659178" y="1940559"/>
            <a:ext cx="3054636" cy="4043681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15EE034-DCC4-8DB3-571D-030DB2FE4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8570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28CEAEA-2ECB-CAD5-34AC-0AFC19EE0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2235" y="1733802"/>
            <a:ext cx="3572783" cy="406400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FF8552"/>
                </a:solidFill>
              </a:defRPr>
            </a:lvl1pPr>
          </a:lstStyle>
          <a:p>
            <a:pPr lvl="0"/>
            <a:r>
              <a:rPr lang="en-US"/>
              <a:t>Click to add sub-heading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2A87F26-C02E-0CB8-F483-78D4180318B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88570" y="2208089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2DE706D-C4B3-86C2-939C-A49B6890865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638270" y="2208088"/>
            <a:ext cx="3572783" cy="3905374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oppins" pitchFamily="2" charset="77"/>
                <a:cs typeface="Poppins" pitchFamily="2" charset="77"/>
              </a:defRPr>
            </a:lvl1pPr>
            <a:lvl2pPr>
              <a:defRPr sz="1600">
                <a:latin typeface="Poppins" pitchFamily="2" charset="77"/>
                <a:cs typeface="Poppins" pitchFamily="2" charset="77"/>
              </a:defRPr>
            </a:lvl2pPr>
            <a:lvl3pPr>
              <a:defRPr sz="1600">
                <a:latin typeface="Poppins" pitchFamily="2" charset="77"/>
                <a:cs typeface="Poppins" pitchFamily="2" charset="77"/>
              </a:defRPr>
            </a:lvl3pPr>
            <a:lvl4pPr>
              <a:defRPr sz="1600">
                <a:latin typeface="Poppins" pitchFamily="2" charset="77"/>
                <a:cs typeface="Poppins" pitchFamily="2" charset="77"/>
              </a:defRPr>
            </a:lvl4pPr>
            <a:lvl5pPr>
              <a:defRPr sz="160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081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CB3E7-F1B4-FF9A-09FB-7BC7799F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55A9F-2E06-2EDB-649F-798C8872DFAD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FF85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597C9-9C25-2AB5-F4DA-19E662A0B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l="9404" t="32001" b="34692"/>
          <a:stretch/>
        </p:blipFill>
        <p:spPr>
          <a:xfrm>
            <a:off x="10263188" y="6190900"/>
            <a:ext cx="1814513" cy="6671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03C73E-438F-0069-3127-C4FD85272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352" y="3448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151873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49" r:id="rId2"/>
    <p:sldLayoutId id="2147483660" r:id="rId3"/>
    <p:sldLayoutId id="2147483664" r:id="rId4"/>
    <p:sldLayoutId id="2147483663" r:id="rId5"/>
    <p:sldLayoutId id="2147483662" r:id="rId6"/>
    <p:sldLayoutId id="2147483665" r:id="rId7"/>
    <p:sldLayoutId id="2147483666" r:id="rId8"/>
    <p:sldLayoutId id="2147483667" r:id="rId9"/>
    <p:sldLayoutId id="2147483668" r:id="rId10"/>
    <p:sldLayoutId id="2147483661" r:id="rId11"/>
    <p:sldLayoutId id="2147483670" r:id="rId12"/>
    <p:sldLayoutId id="2147483669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CB3E7-F1B4-FF9A-09FB-7BC7799F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55A9F-2E06-2EDB-649F-798C8872DFAD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E9D758"/>
          </a:solidFill>
          <a:ln>
            <a:solidFill>
              <a:srgbClr val="E9D7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597C9-9C25-2AB5-F4DA-19E662A0B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l="9404" t="32001" b="34692"/>
          <a:stretch/>
        </p:blipFill>
        <p:spPr>
          <a:xfrm>
            <a:off x="10263188" y="6190900"/>
            <a:ext cx="1814513" cy="6671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03C73E-438F-0069-3127-C4FD85272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352" y="3448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MM/DD/YYYY</a:t>
            </a:r>
          </a:p>
        </p:txBody>
      </p:sp>
    </p:spTree>
    <p:extLst>
      <p:ext uri="{BB962C8B-B14F-4D97-AF65-F5344CB8AC3E}">
        <p14:creationId xmlns:p14="http://schemas.microsoft.com/office/powerpoint/2010/main" val="39883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CB3E7-F1B4-FF9A-09FB-7BC7799F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55A9F-2E06-2EDB-649F-798C8872DFAD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2FAEBA"/>
          </a:solidFill>
          <a:ln>
            <a:solidFill>
              <a:srgbClr val="2FAE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597C9-9C25-2AB5-F4DA-19E662A0B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l="9404" t="32001" b="34692"/>
          <a:stretch/>
        </p:blipFill>
        <p:spPr>
          <a:xfrm>
            <a:off x="10263188" y="6190900"/>
            <a:ext cx="1814513" cy="6671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03C73E-438F-0069-3127-C4FD85272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352" y="3448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MM/DD/YYYY</a:t>
            </a:r>
          </a:p>
        </p:txBody>
      </p:sp>
    </p:spTree>
    <p:extLst>
      <p:ext uri="{BB962C8B-B14F-4D97-AF65-F5344CB8AC3E}">
        <p14:creationId xmlns:p14="http://schemas.microsoft.com/office/powerpoint/2010/main" val="328871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CB3E7-F1B4-FF9A-09FB-7BC7799F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352" y="19621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55A9F-2E06-2EDB-649F-798C8872DFAD}"/>
              </a:ext>
            </a:extLst>
          </p:cNvPr>
          <p:cNvSpPr/>
          <p:nvPr userDrawn="1"/>
        </p:nvSpPr>
        <p:spPr>
          <a:xfrm>
            <a:off x="0" y="493296"/>
            <a:ext cx="12192000" cy="228600"/>
          </a:xfrm>
          <a:prstGeom prst="rect">
            <a:avLst/>
          </a:prstGeom>
          <a:solidFill>
            <a:srgbClr val="39393A"/>
          </a:solidFill>
          <a:ln>
            <a:solidFill>
              <a:srgbClr val="3939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597C9-9C25-2AB5-F4DA-19E662A0B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l="9404" t="32001" b="34692"/>
          <a:stretch/>
        </p:blipFill>
        <p:spPr>
          <a:xfrm>
            <a:off x="10263188" y="6190900"/>
            <a:ext cx="1814513" cy="6671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203C73E-438F-0069-3127-C4FD85272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352" y="3448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MM/DD/YYYY</a:t>
            </a:r>
          </a:p>
        </p:txBody>
      </p:sp>
    </p:spTree>
    <p:extLst>
      <p:ext uri="{BB962C8B-B14F-4D97-AF65-F5344CB8AC3E}">
        <p14:creationId xmlns:p14="http://schemas.microsoft.com/office/powerpoint/2010/main" val="240705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D5A4-48EB-AC3B-9A7F-C29888F16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405DE-34D8-72C3-371B-27808FA91DB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544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5BB8-6B36-BD7A-B38B-2C9D2E0B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194AA-1BB3-644C-E901-49A476DF78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A6395-9540-B431-CECB-C6BE8D895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5734C0-6428-4CCC-0964-BFBFE954D2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C2DCA4-D0AF-4684-5D4F-D03914CE8A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3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47BA-9840-8490-D444-6446F382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1BEA4-B151-6EE2-A2E2-24563CB44D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61BE5-1AC8-73D1-0082-9B1226622F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E3294-0B55-40FA-20DC-F07C03A0E8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B16155-37C8-786C-5CD1-2E54568FAE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2121-E4CC-A834-DC0B-DC86FDE5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5A249-97F4-8A81-32FF-2854E19AC7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4F7FA-DA7E-F0FE-D454-D858218AA9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04A77-1316-396C-322F-11AD4FB1E7A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4229A0-E7CE-575E-4981-BF5AD2E355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10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143F-18E5-A26F-33ED-565B9A6D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17DC2-B004-2594-BB19-51D8DE395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7B440-7BF9-AEE4-7E1B-AFF43FD4DB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A812C-6A15-4483-8037-AB4A4C59D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15AB8E-029D-6D44-71C1-32DA4BB4A70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49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49E6-3B45-ABC4-E88C-05A56C92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E9CA0-3D53-3014-C7DC-33A02A278A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A6207-D228-94D0-0E90-ACF90BAEC6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B116B-F5DF-5F60-5AC5-FED39C485A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E2FC11-55B1-D70F-8178-4DF89E4295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5992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- Oran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al Health Advisors" id="{C3CF1439-564A-8946-9793-6FF59FCC1EFC}" vid="{DA1D5104-0FF9-9D4F-A662-A08EC71536DE}"/>
    </a:ext>
  </a:extLst>
</a:theme>
</file>

<file path=ppt/theme/theme2.xml><?xml version="1.0" encoding="utf-8"?>
<a:theme xmlns:a="http://schemas.openxmlformats.org/drawingml/2006/main" name="Title Slide - Yello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al Health Advisors" id="{C3CF1439-564A-8946-9793-6FF59FCC1EFC}" vid="{2A69E049-62AA-6740-BC07-A1B45CD3A0EF}"/>
    </a:ext>
  </a:extLst>
</a:theme>
</file>

<file path=ppt/theme/theme3.xml><?xml version="1.0" encoding="utf-8"?>
<a:theme xmlns:a="http://schemas.openxmlformats.org/drawingml/2006/main" name="Title Slide - 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al Health Advisors" id="{C3CF1439-564A-8946-9793-6FF59FCC1EFC}" vid="{7520C341-F959-2442-95CC-6C3B338C91C3}"/>
    </a:ext>
  </a:extLst>
</a:theme>
</file>

<file path=ppt/theme/theme4.xml><?xml version="1.0" encoding="utf-8"?>
<a:theme xmlns:a="http://schemas.openxmlformats.org/drawingml/2006/main" name="Title Slide - Gra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ral Health Advisors" id="{C3CF1439-564A-8946-9793-6FF59FCC1EFC}" vid="{8B3FDEBA-246D-E649-9A0F-857E27FA055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ECD22216056A4C861FBFA3A848DD75" ma:contentTypeVersion="16" ma:contentTypeDescription="Create a new document." ma:contentTypeScope="" ma:versionID="262198565f06427d33ed65deb258c367">
  <xsd:schema xmlns:xsd="http://www.w3.org/2001/XMLSchema" xmlns:xs="http://www.w3.org/2001/XMLSchema" xmlns:p="http://schemas.microsoft.com/office/2006/metadata/properties" xmlns:ns2="bc21839b-6d4f-4d1a-9313-08de3f642e4b" xmlns:ns3="211abf4e-acce-4906-8a53-7693db9d194b" targetNamespace="http://schemas.microsoft.com/office/2006/metadata/properties" ma:root="true" ma:fieldsID="ca6e34709f81e27ffa6cae52579eb152" ns2:_="" ns3:_="">
    <xsd:import namespace="bc21839b-6d4f-4d1a-9313-08de3f642e4b"/>
    <xsd:import namespace="211abf4e-acce-4906-8a53-7693db9d19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SearchProperties" minOccurs="0"/>
                <xsd:element ref="ns2:Helpful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1839b-6d4f-4d1a-9313-08de3f642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04a55a7-5568-4318-8037-c4e25c4bade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Helpful" ma:index="22" nillable="true" ma:displayName="Helpful" ma:default="1" ma:format="Dropdown" ma:internalName="Helpful">
      <xsd:simpleType>
        <xsd:restriction base="dms:Boolea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1abf4e-acce-4906-8a53-7693db9d194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02e3a42-3d2f-46e1-aa13-98c7f9711908}" ma:internalName="TaxCatchAll" ma:showField="CatchAllData" ma:web="211abf4e-acce-4906-8a53-7693db9d19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21839b-6d4f-4d1a-9313-08de3f642e4b">
      <Terms xmlns="http://schemas.microsoft.com/office/infopath/2007/PartnerControls"/>
    </lcf76f155ced4ddcb4097134ff3c332f>
    <TaxCatchAll xmlns="211abf4e-acce-4906-8a53-7693db9d194b" xsi:nil="true"/>
    <Helpful xmlns="bc21839b-6d4f-4d1a-9313-08de3f642e4b">true</Helpfu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E5F156-D347-423C-BEBE-A49AEE33486A}"/>
</file>

<file path=customXml/itemProps2.xml><?xml version="1.0" encoding="utf-8"?>
<ds:datastoreItem xmlns:ds="http://schemas.openxmlformats.org/officeDocument/2006/customXml" ds:itemID="{B44D505F-9EA6-4E7F-8B62-FD60187246BF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bc21839b-6d4f-4d1a-9313-08de3f642e4b"/>
    <ds:schemaRef ds:uri="http://purl.org/dc/terms/"/>
    <ds:schemaRef ds:uri="http://purl.org/dc/dcmitype/"/>
    <ds:schemaRef ds:uri="http://schemas.microsoft.com/office/2006/metadata/properties"/>
    <ds:schemaRef ds:uri="211abf4e-acce-4906-8a53-7693db9d194b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C3E1E28-5639-49D9-9638-CB5BF2BF97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Coral Health Advisors</Template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Poppins</vt:lpstr>
      <vt:lpstr>Title Slide - Orange</vt:lpstr>
      <vt:lpstr>Title Slide - Yellow</vt:lpstr>
      <vt:lpstr>Title Slide - Blue</vt:lpstr>
      <vt:lpstr>Title Slide - Gray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Koepke</dc:creator>
  <cp:lastModifiedBy>Maria Alexander</cp:lastModifiedBy>
  <cp:revision>4</cp:revision>
  <dcterms:created xsi:type="dcterms:W3CDTF">2024-01-08T16:00:19Z</dcterms:created>
  <dcterms:modified xsi:type="dcterms:W3CDTF">2025-11-20T20:38:50Z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0x01010069ECD22216056A4C861FBFA3A848DD75</vt:lpwstr>
  </property>
</Properties>
</file>