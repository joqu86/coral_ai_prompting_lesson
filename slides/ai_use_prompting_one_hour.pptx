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15" r:id="rId5"/>
    <p:sldMasterId id="2147483730" r:id="rId6"/>
    <p:sldMasterId id="2147483745" r:id="rId7"/>
  </p:sldMasterIdLst>
  <p:sldIdLst>
    <p:sldId id="256" r:id="rId13"/>
    <p:sldId id="257" r:id="rId12"/>
    <p:sldId id="258" r:id="rId11"/>
    <p:sldId id="259" r:id="rId10"/>
    <p:sldId id="260" r:id="rId9"/>
    <p:sldId id="261" r:id="rId8"/>
    <p:sldId id="262" r:id="rId19"/>
    <p:sldId id="263" r:id="rId20"/>
    <p:sldId id="264" r:id="rId21"/>
    <p:sldId id="265" r:id="rId22"/>
    <p:sldId id="266" r:id="rId23"/>
    <p:sldId id="267" r:id="rId24"/>
    <p:sldId id="268" r:id="rId25"/>
    <p:sldId id="269" r:id="rId26"/>
    <p:sldId id="270" r:id="rId27"/>
    <p:sldId id="271" r:id="rId28"/>
    <p:sldId id="272" r:id="rId29"/>
    <p:sldId id="27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393A"/>
    <a:srgbClr val="2FAEBA"/>
    <a:srgbClr val="E9D758"/>
    <a:srgbClr val="FF85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2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Alexander" userId="ab3fc56c-4498-445c-9b2c-4d11a9088157" providerId="ADAL" clId="{086A024C-DAEE-4E96-AA0A-A201B2D19CBA}"/>
    <pc:docChg chg="addSld">
      <pc:chgData name="Maria Alexander" userId="ab3fc56c-4498-445c-9b2c-4d11a9088157" providerId="ADAL" clId="{086A024C-DAEE-4E96-AA0A-A201B2D19CBA}" dt="2025-11-20T20:38:48.617" v="0" actId="680"/>
      <pc:docMkLst>
        <pc:docMk/>
      </pc:docMkLst>
      <pc:sldChg chg="new">
        <pc:chgData name="Maria Alexander" userId="ab3fc56c-4498-445c-9b2c-4d11a9088157" providerId="ADAL" clId="{086A024C-DAEE-4E96-AA0A-A201B2D19CBA}" dt="2025-11-20T20:38:48.617" v="0" actId="680"/>
        <pc:sldMkLst>
          <pc:docMk/>
          <pc:sldMk cId="394633038"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Placeholder 1">
            <a:extLst>
              <a:ext uri="{FF2B5EF4-FFF2-40B4-BE49-F238E27FC236}">
                <a16:creationId xmlns:a16="http://schemas.microsoft.com/office/drawing/2014/main" id="{54CD5D27-13BE-E9DA-876B-87188378B94D}"/>
              </a:ext>
            </a:extLst>
          </p:cNvPr>
          <p:cNvSpPr>
            <a:spLocks noGrp="1"/>
          </p:cNvSpPr>
          <p:nvPr>
            <p:ph type="title"/>
          </p:nvPr>
        </p:nvSpPr>
        <p:spPr>
          <a:xfrm>
            <a:off x="928352" y="1962106"/>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201060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515600" cy="876132"/>
          </a:xfrm>
        </p:spPr>
        <p:txBody>
          <a:bodyPr>
            <a:normAutofit/>
          </a:bodyPr>
          <a:lstStyle>
            <a:lvl1pPr algn="l">
              <a:defRPr sz="3200"/>
            </a:lvl1pPr>
          </a:lstStyle>
          <a:p>
            <a:r>
              <a:rPr lang="en-US"/>
              <a:t>CLICK TO ADD TITLE</a:t>
            </a:r>
          </a:p>
        </p:txBody>
      </p:sp>
      <p:sp>
        <p:nvSpPr>
          <p:cNvPr id="3" name="Text Placeholder 2">
            <a:extLst>
              <a:ext uri="{FF2B5EF4-FFF2-40B4-BE49-F238E27FC236}">
                <a16:creationId xmlns:a16="http://schemas.microsoft.com/office/drawing/2014/main" id="{4749464C-149D-7652-70D5-DC82103B0906}"/>
              </a:ext>
            </a:extLst>
          </p:cNvPr>
          <p:cNvSpPr>
            <a:spLocks noGrp="1"/>
          </p:cNvSpPr>
          <p:nvPr>
            <p:ph type="body" sz="quarter" idx="18" hasCustomPrompt="1"/>
          </p:nvPr>
        </p:nvSpPr>
        <p:spPr>
          <a:xfrm>
            <a:off x="1008063" y="2010688"/>
            <a:ext cx="5087937" cy="191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00E7C91-3D93-862B-A67E-5731E837A29D}"/>
              </a:ext>
            </a:extLst>
          </p:cNvPr>
          <p:cNvSpPr>
            <a:spLocks noGrp="1"/>
          </p:cNvSpPr>
          <p:nvPr>
            <p:ph type="body" sz="quarter" idx="19" hasCustomPrompt="1"/>
          </p:nvPr>
        </p:nvSpPr>
        <p:spPr>
          <a:xfrm>
            <a:off x="1008062" y="4151389"/>
            <a:ext cx="5087937" cy="191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D1F36DA5-BA51-E71F-4071-CDA8B6AF8195}"/>
              </a:ext>
            </a:extLst>
          </p:cNvPr>
          <p:cNvSpPr>
            <a:spLocks noGrp="1"/>
          </p:cNvSpPr>
          <p:nvPr>
            <p:ph type="body" sz="quarter" idx="20" hasCustomPrompt="1"/>
          </p:nvPr>
        </p:nvSpPr>
        <p:spPr>
          <a:xfrm>
            <a:off x="6330980" y="2024857"/>
            <a:ext cx="5087937" cy="191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F199BA80-FA1C-37FB-72B9-42251A8D5AF7}"/>
              </a:ext>
            </a:extLst>
          </p:cNvPr>
          <p:cNvSpPr>
            <a:spLocks noGrp="1"/>
          </p:cNvSpPr>
          <p:nvPr>
            <p:ph type="body" sz="quarter" idx="21" hasCustomPrompt="1"/>
          </p:nvPr>
        </p:nvSpPr>
        <p:spPr>
          <a:xfrm>
            <a:off x="6330979" y="4150517"/>
            <a:ext cx="5087937" cy="191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95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27696"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17DC54DB-95BB-5B11-0EB7-75C75C50144D}"/>
              </a:ext>
            </a:extLst>
          </p:cNvPr>
          <p:cNvSpPr>
            <a:spLocks noGrp="1"/>
          </p:cNvSpPr>
          <p:nvPr>
            <p:ph sz="quarter" idx="11" hasCustomPrompt="1"/>
          </p:nvPr>
        </p:nvSpPr>
        <p:spPr>
          <a:xfrm>
            <a:off x="688571" y="1801017"/>
            <a:ext cx="10916282" cy="4267200"/>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1454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Heading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10762"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1F056029-B7F3-482D-9542-950BD72ED04E}"/>
              </a:ext>
            </a:extLst>
          </p:cNvPr>
          <p:cNvSpPr>
            <a:spLocks noGrp="1"/>
          </p:cNvSpPr>
          <p:nvPr>
            <p:ph type="body" sz="quarter" idx="12" hasCustomPrompt="1"/>
          </p:nvPr>
        </p:nvSpPr>
        <p:spPr>
          <a:xfrm>
            <a:off x="688974" y="1811337"/>
            <a:ext cx="10910357" cy="508529"/>
          </a:xfrm>
          <a:prstGeom prst="rect">
            <a:avLst/>
          </a:prstGeom>
        </p:spPr>
        <p:txBody>
          <a:bodyPr anchor="ctr"/>
          <a:lstStyle>
            <a:lvl1pPr>
              <a:defRPr b="1">
                <a:solidFill>
                  <a:srgbClr val="FF8552"/>
                </a:solidFill>
              </a:defRPr>
            </a:lvl1pPr>
          </a:lstStyle>
          <a:p>
            <a:pPr lvl="0"/>
            <a:r>
              <a:rPr lang="en-US"/>
              <a:t>Click to add sub-heading</a:t>
            </a:r>
          </a:p>
        </p:txBody>
      </p:sp>
      <p:sp>
        <p:nvSpPr>
          <p:cNvPr id="4" name="Content Placeholder 3">
            <a:extLst>
              <a:ext uri="{FF2B5EF4-FFF2-40B4-BE49-F238E27FC236}">
                <a16:creationId xmlns:a16="http://schemas.microsoft.com/office/drawing/2014/main" id="{69838072-48A0-51A1-FEF4-E45B5115FC75}"/>
              </a:ext>
            </a:extLst>
          </p:cNvPr>
          <p:cNvSpPr>
            <a:spLocks noGrp="1"/>
          </p:cNvSpPr>
          <p:nvPr>
            <p:ph sz="quarter" idx="11" hasCustomPrompt="1"/>
          </p:nvPr>
        </p:nvSpPr>
        <p:spPr>
          <a:xfrm>
            <a:off x="688571" y="2319865"/>
            <a:ext cx="10916282" cy="374835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6154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975F073F-6731-E070-7EE4-92824BB25454}"/>
              </a:ext>
            </a:extLst>
          </p:cNvPr>
          <p:cNvSpPr>
            <a:spLocks noGrp="1"/>
          </p:cNvSpPr>
          <p:nvPr>
            <p:ph sz="quarter" idx="12" hasCustomPrompt="1"/>
          </p:nvPr>
        </p:nvSpPr>
        <p:spPr>
          <a:xfrm>
            <a:off x="688570"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F9A5C0D-B311-E613-144B-5291C298462B}"/>
              </a:ext>
            </a:extLst>
          </p:cNvPr>
          <p:cNvSpPr>
            <a:spLocks noGrp="1"/>
          </p:cNvSpPr>
          <p:nvPr>
            <p:ph sz="quarter" idx="13" hasCustomPrompt="1"/>
          </p:nvPr>
        </p:nvSpPr>
        <p:spPr>
          <a:xfrm>
            <a:off x="6282674"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0110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ing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9" name="Text Placeholder 8">
            <a:extLst>
              <a:ext uri="{FF2B5EF4-FFF2-40B4-BE49-F238E27FC236}">
                <a16:creationId xmlns:a16="http://schemas.microsoft.com/office/drawing/2014/main" id="{BA49D979-9146-D413-A2FC-68189B78506D}"/>
              </a:ext>
            </a:extLst>
          </p:cNvPr>
          <p:cNvSpPr>
            <a:spLocks noGrp="1"/>
          </p:cNvSpPr>
          <p:nvPr>
            <p:ph type="body" sz="quarter" idx="12" hasCustomPrompt="1"/>
          </p:nvPr>
        </p:nvSpPr>
        <p:spPr>
          <a:xfrm>
            <a:off x="688975"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10" name="Text Placeholder 8">
            <a:extLst>
              <a:ext uri="{FF2B5EF4-FFF2-40B4-BE49-F238E27FC236}">
                <a16:creationId xmlns:a16="http://schemas.microsoft.com/office/drawing/2014/main" id="{95FEDD83-C228-5D86-856B-6D99C5DF40DB}"/>
              </a:ext>
            </a:extLst>
          </p:cNvPr>
          <p:cNvSpPr>
            <a:spLocks noGrp="1"/>
          </p:cNvSpPr>
          <p:nvPr>
            <p:ph type="body" sz="quarter" idx="13" hasCustomPrompt="1"/>
          </p:nvPr>
        </p:nvSpPr>
        <p:spPr>
          <a:xfrm>
            <a:off x="6281736"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2" name="Content Placeholder 3">
            <a:extLst>
              <a:ext uri="{FF2B5EF4-FFF2-40B4-BE49-F238E27FC236}">
                <a16:creationId xmlns:a16="http://schemas.microsoft.com/office/drawing/2014/main" id="{D6BCB8A8-BBA3-8E73-3204-0C2AE00FF17D}"/>
              </a:ext>
            </a:extLst>
          </p:cNvPr>
          <p:cNvSpPr>
            <a:spLocks noGrp="1"/>
          </p:cNvSpPr>
          <p:nvPr>
            <p:ph sz="quarter" idx="14" hasCustomPrompt="1"/>
          </p:nvPr>
        </p:nvSpPr>
        <p:spPr>
          <a:xfrm>
            <a:off x="688570" y="2217738"/>
            <a:ext cx="5220758" cy="3895726"/>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D7A3F4A-F659-56AC-A43F-E25646A9BE7A}"/>
              </a:ext>
            </a:extLst>
          </p:cNvPr>
          <p:cNvSpPr>
            <a:spLocks noGrp="1"/>
          </p:cNvSpPr>
          <p:nvPr>
            <p:ph sz="quarter" idx="15" hasCustomPrompt="1"/>
          </p:nvPr>
        </p:nvSpPr>
        <p:spPr>
          <a:xfrm>
            <a:off x="6282265" y="2217736"/>
            <a:ext cx="5220758"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7045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626F6D6B-47FF-6F29-8AF5-98B2E3847056}"/>
              </a:ext>
            </a:extLst>
          </p:cNvPr>
          <p:cNvSpPr>
            <a:spLocks noGrp="1"/>
          </p:cNvSpPr>
          <p:nvPr>
            <p:ph sz="quarter" idx="12" hasCustomPrompt="1"/>
          </p:nvPr>
        </p:nvSpPr>
        <p:spPr>
          <a:xfrm>
            <a:off x="688570"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5DB4D-ACAA-ADEC-91D5-E29CCDDB93EF}"/>
              </a:ext>
            </a:extLst>
          </p:cNvPr>
          <p:cNvSpPr>
            <a:spLocks noGrp="1"/>
          </p:cNvSpPr>
          <p:nvPr>
            <p:ph sz="quarter" idx="14" hasCustomPrompt="1"/>
          </p:nvPr>
        </p:nvSpPr>
        <p:spPr>
          <a:xfrm>
            <a:off x="8297332"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FC0A4B7-CF9A-8A6B-9427-B60E96D17604}"/>
              </a:ext>
            </a:extLst>
          </p:cNvPr>
          <p:cNvSpPr>
            <a:spLocks noGrp="1"/>
          </p:cNvSpPr>
          <p:nvPr>
            <p:ph sz="quarter" idx="15" hasCustomPrompt="1"/>
          </p:nvPr>
        </p:nvSpPr>
        <p:spPr>
          <a:xfrm>
            <a:off x="4492951"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1503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Sub-Heading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4B30549E-0796-5A97-919A-00EAB5F1FE04}"/>
              </a:ext>
            </a:extLst>
          </p:cNvPr>
          <p:cNvSpPr>
            <a:spLocks noGrp="1"/>
          </p:cNvSpPr>
          <p:nvPr>
            <p:ph type="body" sz="quarter" idx="12" hasCustomPrompt="1"/>
          </p:nvPr>
        </p:nvSpPr>
        <p:spPr>
          <a:xfrm>
            <a:off x="68897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B581A80F-99FF-A666-AB5C-08EBCDD4AADE}"/>
              </a:ext>
            </a:extLst>
          </p:cNvPr>
          <p:cNvSpPr>
            <a:spLocks noGrp="1"/>
          </p:cNvSpPr>
          <p:nvPr>
            <p:ph type="body" sz="quarter" idx="15" hasCustomPrompt="1"/>
          </p:nvPr>
        </p:nvSpPr>
        <p:spPr>
          <a:xfrm>
            <a:off x="4492950" y="1814825"/>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B9440AC6-411A-C433-635D-3801D764362F}"/>
              </a:ext>
            </a:extLst>
          </p:cNvPr>
          <p:cNvSpPr>
            <a:spLocks noGrp="1"/>
          </p:cNvSpPr>
          <p:nvPr>
            <p:ph type="body" sz="quarter" idx="16" hasCustomPrompt="1"/>
          </p:nvPr>
        </p:nvSpPr>
        <p:spPr>
          <a:xfrm>
            <a:off x="829692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EA3E88EC-4FD8-8E3E-ACD6-1665A1B3D043}"/>
              </a:ext>
            </a:extLst>
          </p:cNvPr>
          <p:cNvSpPr>
            <a:spLocks noGrp="1"/>
          </p:cNvSpPr>
          <p:nvPr>
            <p:ph sz="quarter" idx="17" hasCustomPrompt="1"/>
          </p:nvPr>
        </p:nvSpPr>
        <p:spPr>
          <a:xfrm>
            <a:off x="68857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9D8BD0B8-6125-ED99-1A73-3BE457AD5948}"/>
              </a:ext>
            </a:extLst>
          </p:cNvPr>
          <p:cNvSpPr>
            <a:spLocks noGrp="1"/>
          </p:cNvSpPr>
          <p:nvPr>
            <p:ph sz="quarter" idx="18" hasCustomPrompt="1"/>
          </p:nvPr>
        </p:nvSpPr>
        <p:spPr>
          <a:xfrm>
            <a:off x="449295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731CCED-3B8C-9958-C3F9-4CFFAA52537E}"/>
              </a:ext>
            </a:extLst>
          </p:cNvPr>
          <p:cNvSpPr>
            <a:spLocks noGrp="1"/>
          </p:cNvSpPr>
          <p:nvPr>
            <p:ph sz="quarter" idx="19" hasCustomPrompt="1"/>
          </p:nvPr>
        </p:nvSpPr>
        <p:spPr>
          <a:xfrm>
            <a:off x="829652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840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09B7D0F4-B3AD-F806-6951-61C7C331F578}"/>
              </a:ext>
            </a:extLst>
          </p:cNvPr>
          <p:cNvSpPr>
            <a:spLocks noGrp="1"/>
          </p:cNvSpPr>
          <p:nvPr>
            <p:ph sz="quarter" idx="17" hasCustomPrompt="1"/>
          </p:nvPr>
        </p:nvSpPr>
        <p:spPr>
          <a:xfrm>
            <a:off x="688570" y="1981200"/>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EE544C14-1D03-AED5-9881-AA5FC8B04D70}"/>
              </a:ext>
            </a:extLst>
          </p:cNvPr>
          <p:cNvSpPr>
            <a:spLocks noGrp="1"/>
          </p:cNvSpPr>
          <p:nvPr>
            <p:ph sz="quarter" idx="18" hasCustomPrompt="1"/>
          </p:nvPr>
        </p:nvSpPr>
        <p:spPr>
          <a:xfrm>
            <a:off x="355559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0AF765E6-5323-792F-6962-64E504304B30}"/>
              </a:ext>
            </a:extLst>
          </p:cNvPr>
          <p:cNvSpPr>
            <a:spLocks noGrp="1"/>
          </p:cNvSpPr>
          <p:nvPr>
            <p:ph sz="quarter" idx="19" hasCustomPrompt="1"/>
          </p:nvPr>
        </p:nvSpPr>
        <p:spPr>
          <a:xfrm>
            <a:off x="921173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FAB084AF-27D5-1779-F982-B26B31DD4CC8}"/>
              </a:ext>
            </a:extLst>
          </p:cNvPr>
          <p:cNvSpPr>
            <a:spLocks noGrp="1"/>
          </p:cNvSpPr>
          <p:nvPr>
            <p:ph sz="quarter" idx="20" hasCustomPrompt="1"/>
          </p:nvPr>
        </p:nvSpPr>
        <p:spPr>
          <a:xfrm>
            <a:off x="6344710" y="198921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75430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Sub-Heading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A80E464D-5342-A52D-F498-615717ED206D}"/>
              </a:ext>
            </a:extLst>
          </p:cNvPr>
          <p:cNvSpPr>
            <a:spLocks noGrp="1"/>
          </p:cNvSpPr>
          <p:nvPr>
            <p:ph type="body" sz="quarter" idx="14" hasCustomPrompt="1"/>
          </p:nvPr>
        </p:nvSpPr>
        <p:spPr>
          <a:xfrm>
            <a:off x="688975" y="1862666"/>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3BF02568-DE2C-B455-61C9-D693B342083A}"/>
              </a:ext>
            </a:extLst>
          </p:cNvPr>
          <p:cNvSpPr>
            <a:spLocks noGrp="1"/>
          </p:cNvSpPr>
          <p:nvPr>
            <p:ph type="body" sz="quarter" idx="15" hasCustomPrompt="1"/>
          </p:nvPr>
        </p:nvSpPr>
        <p:spPr>
          <a:xfrm>
            <a:off x="3555998" y="1866830"/>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0A571BBB-AA17-8469-C37F-35A7925A22BC}"/>
              </a:ext>
            </a:extLst>
          </p:cNvPr>
          <p:cNvSpPr>
            <a:spLocks noGrp="1"/>
          </p:cNvSpPr>
          <p:nvPr>
            <p:ph type="body" sz="quarter" idx="16" hasCustomPrompt="1"/>
          </p:nvPr>
        </p:nvSpPr>
        <p:spPr>
          <a:xfrm>
            <a:off x="634744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6" name="Text Placeholder 8">
            <a:extLst>
              <a:ext uri="{FF2B5EF4-FFF2-40B4-BE49-F238E27FC236}">
                <a16:creationId xmlns:a16="http://schemas.microsoft.com/office/drawing/2014/main" id="{EA7DBE22-DA59-C911-6EA7-94916E184267}"/>
              </a:ext>
            </a:extLst>
          </p:cNvPr>
          <p:cNvSpPr>
            <a:spLocks noGrp="1"/>
          </p:cNvSpPr>
          <p:nvPr>
            <p:ph type="body" sz="quarter" idx="17" hasCustomPrompt="1"/>
          </p:nvPr>
        </p:nvSpPr>
        <p:spPr>
          <a:xfrm>
            <a:off x="921173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8" name="Content Placeholder 3">
            <a:extLst>
              <a:ext uri="{FF2B5EF4-FFF2-40B4-BE49-F238E27FC236}">
                <a16:creationId xmlns:a16="http://schemas.microsoft.com/office/drawing/2014/main" id="{A1F15A62-F484-C6DE-80F5-8CDD92FFC993}"/>
              </a:ext>
            </a:extLst>
          </p:cNvPr>
          <p:cNvSpPr>
            <a:spLocks noGrp="1"/>
          </p:cNvSpPr>
          <p:nvPr>
            <p:ph sz="quarter" idx="18" hasCustomPrompt="1"/>
          </p:nvPr>
        </p:nvSpPr>
        <p:spPr>
          <a:xfrm>
            <a:off x="688570" y="2235201"/>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2" name="Content Placeholder 3">
            <a:extLst>
              <a:ext uri="{FF2B5EF4-FFF2-40B4-BE49-F238E27FC236}">
                <a16:creationId xmlns:a16="http://schemas.microsoft.com/office/drawing/2014/main" id="{90EAC0EA-0F0C-1B0D-D807-E224EE4964F2}"/>
              </a:ext>
            </a:extLst>
          </p:cNvPr>
          <p:cNvSpPr>
            <a:spLocks noGrp="1"/>
          </p:cNvSpPr>
          <p:nvPr>
            <p:ph sz="quarter" idx="19" hasCustomPrompt="1"/>
          </p:nvPr>
        </p:nvSpPr>
        <p:spPr>
          <a:xfrm>
            <a:off x="355559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F3B4D93D-254D-7D03-F4D9-93FA44EA96E8}"/>
              </a:ext>
            </a:extLst>
          </p:cNvPr>
          <p:cNvSpPr>
            <a:spLocks noGrp="1"/>
          </p:cNvSpPr>
          <p:nvPr>
            <p:ph sz="quarter" idx="20" hasCustomPrompt="1"/>
          </p:nvPr>
        </p:nvSpPr>
        <p:spPr>
          <a:xfrm>
            <a:off x="921173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4" name="Content Placeholder 3">
            <a:extLst>
              <a:ext uri="{FF2B5EF4-FFF2-40B4-BE49-F238E27FC236}">
                <a16:creationId xmlns:a16="http://schemas.microsoft.com/office/drawing/2014/main" id="{A88FFBB0-2C5F-3A47-31C3-29E47B123A1F}"/>
              </a:ext>
            </a:extLst>
          </p:cNvPr>
          <p:cNvSpPr>
            <a:spLocks noGrp="1"/>
          </p:cNvSpPr>
          <p:nvPr>
            <p:ph sz="quarter" idx="21" hasCustomPrompt="1"/>
          </p:nvPr>
        </p:nvSpPr>
        <p:spPr>
          <a:xfrm>
            <a:off x="6344710" y="224322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1603864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FF855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Content Placeholder 3">
            <a:extLst>
              <a:ext uri="{FF2B5EF4-FFF2-40B4-BE49-F238E27FC236}">
                <a16:creationId xmlns:a16="http://schemas.microsoft.com/office/drawing/2014/main" id="{44F51DE8-59AE-C0C2-98DC-8BA094E581A8}"/>
              </a:ext>
            </a:extLst>
          </p:cNvPr>
          <p:cNvSpPr>
            <a:spLocks noGrp="1"/>
          </p:cNvSpPr>
          <p:nvPr>
            <p:ph sz="quarter" idx="17" hasCustomPrompt="1"/>
          </p:nvPr>
        </p:nvSpPr>
        <p:spPr>
          <a:xfrm>
            <a:off x="688570" y="1733802"/>
            <a:ext cx="7754820"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5919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Heading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FF855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Text Placeholder 8">
            <a:extLst>
              <a:ext uri="{FF2B5EF4-FFF2-40B4-BE49-F238E27FC236}">
                <a16:creationId xmlns:a16="http://schemas.microsoft.com/office/drawing/2014/main" id="{913F2A2A-3B52-CDBF-DB10-FD881B6BDC7F}"/>
              </a:ext>
            </a:extLst>
          </p:cNvPr>
          <p:cNvSpPr>
            <a:spLocks noGrp="1"/>
          </p:cNvSpPr>
          <p:nvPr>
            <p:ph type="body" sz="quarter" idx="12" hasCustomPrompt="1"/>
          </p:nvPr>
        </p:nvSpPr>
        <p:spPr>
          <a:xfrm>
            <a:off x="688975" y="1811338"/>
            <a:ext cx="7672704" cy="406400"/>
          </a:xfrm>
          <a:prstGeom prst="rect">
            <a:avLst/>
          </a:prstGeom>
        </p:spPr>
        <p:txBody>
          <a:bodyPr anchor="ctr"/>
          <a:lstStyle>
            <a:lvl1pPr>
              <a:defRPr b="1">
                <a:solidFill>
                  <a:srgbClr val="FF8552"/>
                </a:solidFill>
              </a:defRPr>
            </a:lvl1pPr>
          </a:lstStyle>
          <a:p>
            <a:pPr lvl="0"/>
            <a:r>
              <a:rPr lang="en-US"/>
              <a:t>Click to add sub-heading</a:t>
            </a:r>
          </a:p>
        </p:txBody>
      </p:sp>
      <p:sp>
        <p:nvSpPr>
          <p:cNvPr id="6" name="Content Placeholder 3">
            <a:extLst>
              <a:ext uri="{FF2B5EF4-FFF2-40B4-BE49-F238E27FC236}">
                <a16:creationId xmlns:a16="http://schemas.microsoft.com/office/drawing/2014/main" id="{4DD2F942-F90C-8DBB-83DA-4C15C3B12C44}"/>
              </a:ext>
            </a:extLst>
          </p:cNvPr>
          <p:cNvSpPr>
            <a:spLocks noGrp="1"/>
          </p:cNvSpPr>
          <p:nvPr>
            <p:ph sz="quarter" idx="17" hasCustomPrompt="1"/>
          </p:nvPr>
        </p:nvSpPr>
        <p:spPr>
          <a:xfrm>
            <a:off x="688570" y="2217738"/>
            <a:ext cx="7754820" cy="3895725"/>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6448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FF855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Content Placeholder 3">
            <a:extLst>
              <a:ext uri="{FF2B5EF4-FFF2-40B4-BE49-F238E27FC236}">
                <a16:creationId xmlns:a16="http://schemas.microsoft.com/office/drawing/2014/main" id="{02D60A1C-E2FE-1A03-A1CC-8BFE867A15B1}"/>
              </a:ext>
            </a:extLst>
          </p:cNvPr>
          <p:cNvSpPr>
            <a:spLocks noGrp="1"/>
          </p:cNvSpPr>
          <p:nvPr>
            <p:ph sz="quarter" idx="17" hasCustomPrompt="1"/>
          </p:nvPr>
        </p:nvSpPr>
        <p:spPr>
          <a:xfrm>
            <a:off x="688570" y="1733802"/>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467A4658-D4F8-4865-6FF3-A22420B99CC9}"/>
              </a:ext>
            </a:extLst>
          </p:cNvPr>
          <p:cNvSpPr>
            <a:spLocks noGrp="1"/>
          </p:cNvSpPr>
          <p:nvPr>
            <p:ph sz="quarter" idx="18" hasCustomPrompt="1"/>
          </p:nvPr>
        </p:nvSpPr>
        <p:spPr>
          <a:xfrm>
            <a:off x="4638270" y="1733801"/>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1753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Sub-Heading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FF855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Text Placeholder 8">
            <a:extLst>
              <a:ext uri="{FF2B5EF4-FFF2-40B4-BE49-F238E27FC236}">
                <a16:creationId xmlns:a16="http://schemas.microsoft.com/office/drawing/2014/main" id="{A15EE034-DCC4-8DB3-571D-030DB2FE42B9}"/>
              </a:ext>
            </a:extLst>
          </p:cNvPr>
          <p:cNvSpPr>
            <a:spLocks noGrp="1"/>
          </p:cNvSpPr>
          <p:nvPr>
            <p:ph type="body" sz="quarter" idx="13" hasCustomPrompt="1"/>
          </p:nvPr>
        </p:nvSpPr>
        <p:spPr>
          <a:xfrm>
            <a:off x="688570"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8" name="Text Placeholder 8">
            <a:extLst>
              <a:ext uri="{FF2B5EF4-FFF2-40B4-BE49-F238E27FC236}">
                <a16:creationId xmlns:a16="http://schemas.microsoft.com/office/drawing/2014/main" id="{C28CEAEA-2ECB-CAD5-34AC-0AFC19EE01FB}"/>
              </a:ext>
            </a:extLst>
          </p:cNvPr>
          <p:cNvSpPr>
            <a:spLocks noGrp="1"/>
          </p:cNvSpPr>
          <p:nvPr>
            <p:ph type="body" sz="quarter" idx="14" hasCustomPrompt="1"/>
          </p:nvPr>
        </p:nvSpPr>
        <p:spPr>
          <a:xfrm>
            <a:off x="4612235"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B2A87F26-C02E-0CB8-F483-78D4180318B7}"/>
              </a:ext>
            </a:extLst>
          </p:cNvPr>
          <p:cNvSpPr>
            <a:spLocks noGrp="1"/>
          </p:cNvSpPr>
          <p:nvPr>
            <p:ph sz="quarter" idx="17" hasCustomPrompt="1"/>
          </p:nvPr>
        </p:nvSpPr>
        <p:spPr>
          <a:xfrm>
            <a:off x="688570" y="2208089"/>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72DE706D-C4B3-86C2-939C-A49B68908652}"/>
              </a:ext>
            </a:extLst>
          </p:cNvPr>
          <p:cNvSpPr>
            <a:spLocks noGrp="1"/>
          </p:cNvSpPr>
          <p:nvPr>
            <p:ph sz="quarter" idx="18" hasCustomPrompt="1"/>
          </p:nvPr>
        </p:nvSpPr>
        <p:spPr>
          <a:xfrm>
            <a:off x="4638270" y="2208088"/>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6209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Placeholder 1">
            <a:extLst>
              <a:ext uri="{FF2B5EF4-FFF2-40B4-BE49-F238E27FC236}">
                <a16:creationId xmlns:a16="http://schemas.microsoft.com/office/drawing/2014/main" id="{54CD5D27-13BE-E9DA-876B-87188378B94D}"/>
              </a:ext>
            </a:extLst>
          </p:cNvPr>
          <p:cNvSpPr>
            <a:spLocks noGrp="1"/>
          </p:cNvSpPr>
          <p:nvPr>
            <p:ph type="title"/>
          </p:nvPr>
        </p:nvSpPr>
        <p:spPr>
          <a:xfrm>
            <a:off x="928352" y="1962106"/>
            <a:ext cx="10515600" cy="1325563"/>
          </a:xfrm>
          <a:prstGeom prst="rect">
            <a:avLst/>
          </a:prstGeom>
        </p:spPr>
        <p:txBody>
          <a:bodyPr vert="horz" lIns="91440" tIns="45720" rIns="91440" bIns="45720" rtlCol="0" anchor="ctr">
            <a:normAutofit/>
          </a:bodyPr>
          <a:lstStyle/>
          <a:p>
            <a:r>
              <a:rPr lang="en-US"/>
              <a:t>CLICK TO ADD TITLE</a:t>
            </a:r>
          </a:p>
        </p:txBody>
      </p:sp>
    </p:spTree>
    <p:extLst>
      <p:ext uri="{BB962C8B-B14F-4D97-AF65-F5344CB8AC3E}">
        <p14:creationId xmlns:p14="http://schemas.microsoft.com/office/powerpoint/2010/main" val="4091041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515600" cy="876132"/>
          </a:xfrm>
        </p:spPr>
        <p:txBody>
          <a:bodyPr>
            <a:normAutofit/>
          </a:bodyPr>
          <a:lstStyle>
            <a:lvl1pPr algn="l">
              <a:defRPr sz="3200"/>
            </a:lvl1pPr>
          </a:lstStyle>
          <a:p>
            <a:r>
              <a:rPr lang="en-US"/>
              <a:t>CLICK TO ADD TITLE</a:t>
            </a:r>
          </a:p>
        </p:txBody>
      </p:sp>
      <p:sp>
        <p:nvSpPr>
          <p:cNvPr id="3" name="Text Placeholder 2">
            <a:extLst>
              <a:ext uri="{FF2B5EF4-FFF2-40B4-BE49-F238E27FC236}">
                <a16:creationId xmlns:a16="http://schemas.microsoft.com/office/drawing/2014/main" id="{4749464C-149D-7652-70D5-DC82103B0906}"/>
              </a:ext>
            </a:extLst>
          </p:cNvPr>
          <p:cNvSpPr>
            <a:spLocks noGrp="1"/>
          </p:cNvSpPr>
          <p:nvPr>
            <p:ph type="body" sz="quarter" idx="18" hasCustomPrompt="1"/>
          </p:nvPr>
        </p:nvSpPr>
        <p:spPr>
          <a:xfrm>
            <a:off x="1008063" y="2010688"/>
            <a:ext cx="5087937" cy="1917700"/>
          </a:xfrm>
          <a:prstGeom prst="roundRect">
            <a:avLst/>
          </a:prstGeom>
          <a:noFill/>
          <a:ln w="9525" cap="flat" cmpd="sng" algn="ctr">
            <a:solidFill>
              <a:srgbClr val="E9D75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00E7C91-3D93-862B-A67E-5731E837A29D}"/>
              </a:ext>
            </a:extLst>
          </p:cNvPr>
          <p:cNvSpPr>
            <a:spLocks noGrp="1"/>
          </p:cNvSpPr>
          <p:nvPr>
            <p:ph type="body" sz="quarter" idx="19" hasCustomPrompt="1"/>
          </p:nvPr>
        </p:nvSpPr>
        <p:spPr>
          <a:xfrm>
            <a:off x="1008062" y="4151389"/>
            <a:ext cx="5087937" cy="1917700"/>
          </a:xfrm>
          <a:prstGeom prst="roundRect">
            <a:avLst/>
          </a:prstGeom>
          <a:noFill/>
          <a:ln w="9525" cap="flat" cmpd="sng" algn="ctr">
            <a:solidFill>
              <a:srgbClr val="E9D75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D1F36DA5-BA51-E71F-4071-CDA8B6AF8195}"/>
              </a:ext>
            </a:extLst>
          </p:cNvPr>
          <p:cNvSpPr>
            <a:spLocks noGrp="1"/>
          </p:cNvSpPr>
          <p:nvPr>
            <p:ph type="body" sz="quarter" idx="20" hasCustomPrompt="1"/>
          </p:nvPr>
        </p:nvSpPr>
        <p:spPr>
          <a:xfrm>
            <a:off x="6330980" y="2024857"/>
            <a:ext cx="5087937" cy="1917700"/>
          </a:xfrm>
          <a:prstGeom prst="roundRect">
            <a:avLst/>
          </a:prstGeom>
          <a:noFill/>
          <a:ln w="9525" cap="flat" cmpd="sng" algn="ctr">
            <a:solidFill>
              <a:srgbClr val="E9D75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F199BA80-FA1C-37FB-72B9-42251A8D5AF7}"/>
              </a:ext>
            </a:extLst>
          </p:cNvPr>
          <p:cNvSpPr>
            <a:spLocks noGrp="1"/>
          </p:cNvSpPr>
          <p:nvPr>
            <p:ph type="body" sz="quarter" idx="21" hasCustomPrompt="1"/>
          </p:nvPr>
        </p:nvSpPr>
        <p:spPr>
          <a:xfrm>
            <a:off x="6330979" y="4150517"/>
            <a:ext cx="5087937" cy="1917700"/>
          </a:xfrm>
          <a:prstGeom prst="roundRect">
            <a:avLst/>
          </a:prstGeom>
          <a:noFill/>
          <a:ln w="9525" cap="flat" cmpd="sng" algn="ctr">
            <a:solidFill>
              <a:srgbClr val="E9D758"/>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6388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27696"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17DC54DB-95BB-5B11-0EB7-75C75C50144D}"/>
              </a:ext>
            </a:extLst>
          </p:cNvPr>
          <p:cNvSpPr>
            <a:spLocks noGrp="1"/>
          </p:cNvSpPr>
          <p:nvPr>
            <p:ph sz="quarter" idx="11" hasCustomPrompt="1"/>
          </p:nvPr>
        </p:nvSpPr>
        <p:spPr>
          <a:xfrm>
            <a:off x="688571" y="1801017"/>
            <a:ext cx="10916282" cy="4267200"/>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4245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Heading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10762"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1F056029-B7F3-482D-9542-950BD72ED04E}"/>
              </a:ext>
            </a:extLst>
          </p:cNvPr>
          <p:cNvSpPr>
            <a:spLocks noGrp="1"/>
          </p:cNvSpPr>
          <p:nvPr>
            <p:ph type="body" sz="quarter" idx="12" hasCustomPrompt="1"/>
          </p:nvPr>
        </p:nvSpPr>
        <p:spPr>
          <a:xfrm>
            <a:off x="688974" y="1811337"/>
            <a:ext cx="10910357" cy="508529"/>
          </a:xfrm>
          <a:prstGeom prst="rect">
            <a:avLst/>
          </a:prstGeom>
        </p:spPr>
        <p:txBody>
          <a:bodyPr anchor="ctr"/>
          <a:lstStyle>
            <a:lvl1pPr>
              <a:defRPr b="1">
                <a:solidFill>
                  <a:srgbClr val="FF8552"/>
                </a:solidFill>
              </a:defRPr>
            </a:lvl1pPr>
          </a:lstStyle>
          <a:p>
            <a:pPr lvl="0"/>
            <a:r>
              <a:rPr lang="en-US"/>
              <a:t>Click to add sub-heading</a:t>
            </a:r>
          </a:p>
        </p:txBody>
      </p:sp>
      <p:sp>
        <p:nvSpPr>
          <p:cNvPr id="4" name="Content Placeholder 3">
            <a:extLst>
              <a:ext uri="{FF2B5EF4-FFF2-40B4-BE49-F238E27FC236}">
                <a16:creationId xmlns:a16="http://schemas.microsoft.com/office/drawing/2014/main" id="{69838072-48A0-51A1-FEF4-E45B5115FC75}"/>
              </a:ext>
            </a:extLst>
          </p:cNvPr>
          <p:cNvSpPr>
            <a:spLocks noGrp="1"/>
          </p:cNvSpPr>
          <p:nvPr>
            <p:ph sz="quarter" idx="11" hasCustomPrompt="1"/>
          </p:nvPr>
        </p:nvSpPr>
        <p:spPr>
          <a:xfrm>
            <a:off x="688571" y="2319865"/>
            <a:ext cx="10916282" cy="374835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934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975F073F-6731-E070-7EE4-92824BB25454}"/>
              </a:ext>
            </a:extLst>
          </p:cNvPr>
          <p:cNvSpPr>
            <a:spLocks noGrp="1"/>
          </p:cNvSpPr>
          <p:nvPr>
            <p:ph sz="quarter" idx="12" hasCustomPrompt="1"/>
          </p:nvPr>
        </p:nvSpPr>
        <p:spPr>
          <a:xfrm>
            <a:off x="688570"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F9A5C0D-B311-E613-144B-5291C298462B}"/>
              </a:ext>
            </a:extLst>
          </p:cNvPr>
          <p:cNvSpPr>
            <a:spLocks noGrp="1"/>
          </p:cNvSpPr>
          <p:nvPr>
            <p:ph sz="quarter" idx="13" hasCustomPrompt="1"/>
          </p:nvPr>
        </p:nvSpPr>
        <p:spPr>
          <a:xfrm>
            <a:off x="6282674"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37054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Heading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9" name="Text Placeholder 8">
            <a:extLst>
              <a:ext uri="{FF2B5EF4-FFF2-40B4-BE49-F238E27FC236}">
                <a16:creationId xmlns:a16="http://schemas.microsoft.com/office/drawing/2014/main" id="{BA49D979-9146-D413-A2FC-68189B78506D}"/>
              </a:ext>
            </a:extLst>
          </p:cNvPr>
          <p:cNvSpPr>
            <a:spLocks noGrp="1"/>
          </p:cNvSpPr>
          <p:nvPr>
            <p:ph type="body" sz="quarter" idx="12" hasCustomPrompt="1"/>
          </p:nvPr>
        </p:nvSpPr>
        <p:spPr>
          <a:xfrm>
            <a:off x="688975"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10" name="Text Placeholder 8">
            <a:extLst>
              <a:ext uri="{FF2B5EF4-FFF2-40B4-BE49-F238E27FC236}">
                <a16:creationId xmlns:a16="http://schemas.microsoft.com/office/drawing/2014/main" id="{95FEDD83-C228-5D86-856B-6D99C5DF40DB}"/>
              </a:ext>
            </a:extLst>
          </p:cNvPr>
          <p:cNvSpPr>
            <a:spLocks noGrp="1"/>
          </p:cNvSpPr>
          <p:nvPr>
            <p:ph type="body" sz="quarter" idx="13" hasCustomPrompt="1"/>
          </p:nvPr>
        </p:nvSpPr>
        <p:spPr>
          <a:xfrm>
            <a:off x="6281736"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2" name="Content Placeholder 3">
            <a:extLst>
              <a:ext uri="{FF2B5EF4-FFF2-40B4-BE49-F238E27FC236}">
                <a16:creationId xmlns:a16="http://schemas.microsoft.com/office/drawing/2014/main" id="{D6BCB8A8-BBA3-8E73-3204-0C2AE00FF17D}"/>
              </a:ext>
            </a:extLst>
          </p:cNvPr>
          <p:cNvSpPr>
            <a:spLocks noGrp="1"/>
          </p:cNvSpPr>
          <p:nvPr>
            <p:ph sz="quarter" idx="14" hasCustomPrompt="1"/>
          </p:nvPr>
        </p:nvSpPr>
        <p:spPr>
          <a:xfrm>
            <a:off x="688570" y="2217738"/>
            <a:ext cx="5220758" cy="3895726"/>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D7A3F4A-F659-56AC-A43F-E25646A9BE7A}"/>
              </a:ext>
            </a:extLst>
          </p:cNvPr>
          <p:cNvSpPr>
            <a:spLocks noGrp="1"/>
          </p:cNvSpPr>
          <p:nvPr>
            <p:ph sz="quarter" idx="15" hasCustomPrompt="1"/>
          </p:nvPr>
        </p:nvSpPr>
        <p:spPr>
          <a:xfrm>
            <a:off x="6282265" y="2217736"/>
            <a:ext cx="5220758"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8964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626F6D6B-47FF-6F29-8AF5-98B2E3847056}"/>
              </a:ext>
            </a:extLst>
          </p:cNvPr>
          <p:cNvSpPr>
            <a:spLocks noGrp="1"/>
          </p:cNvSpPr>
          <p:nvPr>
            <p:ph sz="quarter" idx="12" hasCustomPrompt="1"/>
          </p:nvPr>
        </p:nvSpPr>
        <p:spPr>
          <a:xfrm>
            <a:off x="688570"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5DB4D-ACAA-ADEC-91D5-E29CCDDB93EF}"/>
              </a:ext>
            </a:extLst>
          </p:cNvPr>
          <p:cNvSpPr>
            <a:spLocks noGrp="1"/>
          </p:cNvSpPr>
          <p:nvPr>
            <p:ph sz="quarter" idx="14" hasCustomPrompt="1"/>
          </p:nvPr>
        </p:nvSpPr>
        <p:spPr>
          <a:xfrm>
            <a:off x="8297332"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FC0A4B7-CF9A-8A6B-9427-B60E96D17604}"/>
              </a:ext>
            </a:extLst>
          </p:cNvPr>
          <p:cNvSpPr>
            <a:spLocks noGrp="1"/>
          </p:cNvSpPr>
          <p:nvPr>
            <p:ph sz="quarter" idx="15" hasCustomPrompt="1"/>
          </p:nvPr>
        </p:nvSpPr>
        <p:spPr>
          <a:xfrm>
            <a:off x="4492951"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6071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ub-Heading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4B30549E-0796-5A97-919A-00EAB5F1FE04}"/>
              </a:ext>
            </a:extLst>
          </p:cNvPr>
          <p:cNvSpPr>
            <a:spLocks noGrp="1"/>
          </p:cNvSpPr>
          <p:nvPr>
            <p:ph type="body" sz="quarter" idx="12" hasCustomPrompt="1"/>
          </p:nvPr>
        </p:nvSpPr>
        <p:spPr>
          <a:xfrm>
            <a:off x="68897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B581A80F-99FF-A666-AB5C-08EBCDD4AADE}"/>
              </a:ext>
            </a:extLst>
          </p:cNvPr>
          <p:cNvSpPr>
            <a:spLocks noGrp="1"/>
          </p:cNvSpPr>
          <p:nvPr>
            <p:ph type="body" sz="quarter" idx="15" hasCustomPrompt="1"/>
          </p:nvPr>
        </p:nvSpPr>
        <p:spPr>
          <a:xfrm>
            <a:off x="4492950" y="1814825"/>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B9440AC6-411A-C433-635D-3801D764362F}"/>
              </a:ext>
            </a:extLst>
          </p:cNvPr>
          <p:cNvSpPr>
            <a:spLocks noGrp="1"/>
          </p:cNvSpPr>
          <p:nvPr>
            <p:ph type="body" sz="quarter" idx="16" hasCustomPrompt="1"/>
          </p:nvPr>
        </p:nvSpPr>
        <p:spPr>
          <a:xfrm>
            <a:off x="829692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EA3E88EC-4FD8-8E3E-ACD6-1665A1B3D043}"/>
              </a:ext>
            </a:extLst>
          </p:cNvPr>
          <p:cNvSpPr>
            <a:spLocks noGrp="1"/>
          </p:cNvSpPr>
          <p:nvPr>
            <p:ph sz="quarter" idx="17" hasCustomPrompt="1"/>
          </p:nvPr>
        </p:nvSpPr>
        <p:spPr>
          <a:xfrm>
            <a:off x="68857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9D8BD0B8-6125-ED99-1A73-3BE457AD5948}"/>
              </a:ext>
            </a:extLst>
          </p:cNvPr>
          <p:cNvSpPr>
            <a:spLocks noGrp="1"/>
          </p:cNvSpPr>
          <p:nvPr>
            <p:ph sz="quarter" idx="18" hasCustomPrompt="1"/>
          </p:nvPr>
        </p:nvSpPr>
        <p:spPr>
          <a:xfrm>
            <a:off x="449295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731CCED-3B8C-9958-C3F9-4CFFAA52537E}"/>
              </a:ext>
            </a:extLst>
          </p:cNvPr>
          <p:cNvSpPr>
            <a:spLocks noGrp="1"/>
          </p:cNvSpPr>
          <p:nvPr>
            <p:ph sz="quarter" idx="19" hasCustomPrompt="1"/>
          </p:nvPr>
        </p:nvSpPr>
        <p:spPr>
          <a:xfrm>
            <a:off x="829652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132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09B7D0F4-B3AD-F806-6951-61C7C331F578}"/>
              </a:ext>
            </a:extLst>
          </p:cNvPr>
          <p:cNvSpPr>
            <a:spLocks noGrp="1"/>
          </p:cNvSpPr>
          <p:nvPr>
            <p:ph sz="quarter" idx="17" hasCustomPrompt="1"/>
          </p:nvPr>
        </p:nvSpPr>
        <p:spPr>
          <a:xfrm>
            <a:off x="688570" y="1981200"/>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EE544C14-1D03-AED5-9881-AA5FC8B04D70}"/>
              </a:ext>
            </a:extLst>
          </p:cNvPr>
          <p:cNvSpPr>
            <a:spLocks noGrp="1"/>
          </p:cNvSpPr>
          <p:nvPr>
            <p:ph sz="quarter" idx="18" hasCustomPrompt="1"/>
          </p:nvPr>
        </p:nvSpPr>
        <p:spPr>
          <a:xfrm>
            <a:off x="355559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0AF765E6-5323-792F-6962-64E504304B30}"/>
              </a:ext>
            </a:extLst>
          </p:cNvPr>
          <p:cNvSpPr>
            <a:spLocks noGrp="1"/>
          </p:cNvSpPr>
          <p:nvPr>
            <p:ph sz="quarter" idx="19" hasCustomPrompt="1"/>
          </p:nvPr>
        </p:nvSpPr>
        <p:spPr>
          <a:xfrm>
            <a:off x="921173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FAB084AF-27D5-1779-F982-B26B31DD4CC8}"/>
              </a:ext>
            </a:extLst>
          </p:cNvPr>
          <p:cNvSpPr>
            <a:spLocks noGrp="1"/>
          </p:cNvSpPr>
          <p:nvPr>
            <p:ph sz="quarter" idx="20" hasCustomPrompt="1"/>
          </p:nvPr>
        </p:nvSpPr>
        <p:spPr>
          <a:xfrm>
            <a:off x="6344710" y="198921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13044555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Sub-Heading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A80E464D-5342-A52D-F498-615717ED206D}"/>
              </a:ext>
            </a:extLst>
          </p:cNvPr>
          <p:cNvSpPr>
            <a:spLocks noGrp="1"/>
          </p:cNvSpPr>
          <p:nvPr>
            <p:ph type="body" sz="quarter" idx="14" hasCustomPrompt="1"/>
          </p:nvPr>
        </p:nvSpPr>
        <p:spPr>
          <a:xfrm>
            <a:off x="688975" y="1862666"/>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3BF02568-DE2C-B455-61C9-D693B342083A}"/>
              </a:ext>
            </a:extLst>
          </p:cNvPr>
          <p:cNvSpPr>
            <a:spLocks noGrp="1"/>
          </p:cNvSpPr>
          <p:nvPr>
            <p:ph type="body" sz="quarter" idx="15" hasCustomPrompt="1"/>
          </p:nvPr>
        </p:nvSpPr>
        <p:spPr>
          <a:xfrm>
            <a:off x="3555998" y="1866830"/>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0A571BBB-AA17-8469-C37F-35A7925A22BC}"/>
              </a:ext>
            </a:extLst>
          </p:cNvPr>
          <p:cNvSpPr>
            <a:spLocks noGrp="1"/>
          </p:cNvSpPr>
          <p:nvPr>
            <p:ph type="body" sz="quarter" idx="16" hasCustomPrompt="1"/>
          </p:nvPr>
        </p:nvSpPr>
        <p:spPr>
          <a:xfrm>
            <a:off x="634744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6" name="Text Placeholder 8">
            <a:extLst>
              <a:ext uri="{FF2B5EF4-FFF2-40B4-BE49-F238E27FC236}">
                <a16:creationId xmlns:a16="http://schemas.microsoft.com/office/drawing/2014/main" id="{EA7DBE22-DA59-C911-6EA7-94916E184267}"/>
              </a:ext>
            </a:extLst>
          </p:cNvPr>
          <p:cNvSpPr>
            <a:spLocks noGrp="1"/>
          </p:cNvSpPr>
          <p:nvPr>
            <p:ph type="body" sz="quarter" idx="17" hasCustomPrompt="1"/>
          </p:nvPr>
        </p:nvSpPr>
        <p:spPr>
          <a:xfrm>
            <a:off x="921173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8" name="Content Placeholder 3">
            <a:extLst>
              <a:ext uri="{FF2B5EF4-FFF2-40B4-BE49-F238E27FC236}">
                <a16:creationId xmlns:a16="http://schemas.microsoft.com/office/drawing/2014/main" id="{A1F15A62-F484-C6DE-80F5-8CDD92FFC993}"/>
              </a:ext>
            </a:extLst>
          </p:cNvPr>
          <p:cNvSpPr>
            <a:spLocks noGrp="1"/>
          </p:cNvSpPr>
          <p:nvPr>
            <p:ph sz="quarter" idx="18" hasCustomPrompt="1"/>
          </p:nvPr>
        </p:nvSpPr>
        <p:spPr>
          <a:xfrm>
            <a:off x="688570" y="2235201"/>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2" name="Content Placeholder 3">
            <a:extLst>
              <a:ext uri="{FF2B5EF4-FFF2-40B4-BE49-F238E27FC236}">
                <a16:creationId xmlns:a16="http://schemas.microsoft.com/office/drawing/2014/main" id="{90EAC0EA-0F0C-1B0D-D807-E224EE4964F2}"/>
              </a:ext>
            </a:extLst>
          </p:cNvPr>
          <p:cNvSpPr>
            <a:spLocks noGrp="1"/>
          </p:cNvSpPr>
          <p:nvPr>
            <p:ph sz="quarter" idx="19" hasCustomPrompt="1"/>
          </p:nvPr>
        </p:nvSpPr>
        <p:spPr>
          <a:xfrm>
            <a:off x="355559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F3B4D93D-254D-7D03-F4D9-93FA44EA96E8}"/>
              </a:ext>
            </a:extLst>
          </p:cNvPr>
          <p:cNvSpPr>
            <a:spLocks noGrp="1"/>
          </p:cNvSpPr>
          <p:nvPr>
            <p:ph sz="quarter" idx="20" hasCustomPrompt="1"/>
          </p:nvPr>
        </p:nvSpPr>
        <p:spPr>
          <a:xfrm>
            <a:off x="921173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4" name="Content Placeholder 3">
            <a:extLst>
              <a:ext uri="{FF2B5EF4-FFF2-40B4-BE49-F238E27FC236}">
                <a16:creationId xmlns:a16="http://schemas.microsoft.com/office/drawing/2014/main" id="{A88FFBB0-2C5F-3A47-31C3-29E47B123A1F}"/>
              </a:ext>
            </a:extLst>
          </p:cNvPr>
          <p:cNvSpPr>
            <a:spLocks noGrp="1"/>
          </p:cNvSpPr>
          <p:nvPr>
            <p:ph sz="quarter" idx="21" hasCustomPrompt="1"/>
          </p:nvPr>
        </p:nvSpPr>
        <p:spPr>
          <a:xfrm>
            <a:off x="6344710" y="224322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852426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E9D75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Content Placeholder 3">
            <a:extLst>
              <a:ext uri="{FF2B5EF4-FFF2-40B4-BE49-F238E27FC236}">
                <a16:creationId xmlns:a16="http://schemas.microsoft.com/office/drawing/2014/main" id="{44F51DE8-59AE-C0C2-98DC-8BA094E581A8}"/>
              </a:ext>
            </a:extLst>
          </p:cNvPr>
          <p:cNvSpPr>
            <a:spLocks noGrp="1"/>
          </p:cNvSpPr>
          <p:nvPr>
            <p:ph sz="quarter" idx="17" hasCustomPrompt="1"/>
          </p:nvPr>
        </p:nvSpPr>
        <p:spPr>
          <a:xfrm>
            <a:off x="688570" y="1733802"/>
            <a:ext cx="7754820"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1663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Heading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E9D75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Text Placeholder 8">
            <a:extLst>
              <a:ext uri="{FF2B5EF4-FFF2-40B4-BE49-F238E27FC236}">
                <a16:creationId xmlns:a16="http://schemas.microsoft.com/office/drawing/2014/main" id="{913F2A2A-3B52-CDBF-DB10-FD881B6BDC7F}"/>
              </a:ext>
            </a:extLst>
          </p:cNvPr>
          <p:cNvSpPr>
            <a:spLocks noGrp="1"/>
          </p:cNvSpPr>
          <p:nvPr>
            <p:ph type="body" sz="quarter" idx="12" hasCustomPrompt="1"/>
          </p:nvPr>
        </p:nvSpPr>
        <p:spPr>
          <a:xfrm>
            <a:off x="688975" y="1811338"/>
            <a:ext cx="7672704" cy="406400"/>
          </a:xfrm>
          <a:prstGeom prst="rect">
            <a:avLst/>
          </a:prstGeom>
        </p:spPr>
        <p:txBody>
          <a:bodyPr anchor="ctr"/>
          <a:lstStyle>
            <a:lvl1pPr>
              <a:defRPr b="1">
                <a:solidFill>
                  <a:srgbClr val="FF8552"/>
                </a:solidFill>
              </a:defRPr>
            </a:lvl1pPr>
          </a:lstStyle>
          <a:p>
            <a:pPr lvl="0"/>
            <a:r>
              <a:rPr lang="en-US"/>
              <a:t>Click to add sub-heading</a:t>
            </a:r>
          </a:p>
        </p:txBody>
      </p:sp>
      <p:sp>
        <p:nvSpPr>
          <p:cNvPr id="6" name="Content Placeholder 3">
            <a:extLst>
              <a:ext uri="{FF2B5EF4-FFF2-40B4-BE49-F238E27FC236}">
                <a16:creationId xmlns:a16="http://schemas.microsoft.com/office/drawing/2014/main" id="{4DD2F942-F90C-8DBB-83DA-4C15C3B12C44}"/>
              </a:ext>
            </a:extLst>
          </p:cNvPr>
          <p:cNvSpPr>
            <a:spLocks noGrp="1"/>
          </p:cNvSpPr>
          <p:nvPr>
            <p:ph sz="quarter" idx="17" hasCustomPrompt="1"/>
          </p:nvPr>
        </p:nvSpPr>
        <p:spPr>
          <a:xfrm>
            <a:off x="688570" y="2217738"/>
            <a:ext cx="7754820" cy="3895725"/>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6279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E9D75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Content Placeholder 3">
            <a:extLst>
              <a:ext uri="{FF2B5EF4-FFF2-40B4-BE49-F238E27FC236}">
                <a16:creationId xmlns:a16="http://schemas.microsoft.com/office/drawing/2014/main" id="{02D60A1C-E2FE-1A03-A1CC-8BFE867A15B1}"/>
              </a:ext>
            </a:extLst>
          </p:cNvPr>
          <p:cNvSpPr>
            <a:spLocks noGrp="1"/>
          </p:cNvSpPr>
          <p:nvPr>
            <p:ph sz="quarter" idx="17" hasCustomPrompt="1"/>
          </p:nvPr>
        </p:nvSpPr>
        <p:spPr>
          <a:xfrm>
            <a:off x="688570" y="1733802"/>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467A4658-D4F8-4865-6FF3-A22420B99CC9}"/>
              </a:ext>
            </a:extLst>
          </p:cNvPr>
          <p:cNvSpPr>
            <a:spLocks noGrp="1"/>
          </p:cNvSpPr>
          <p:nvPr>
            <p:ph sz="quarter" idx="18" hasCustomPrompt="1"/>
          </p:nvPr>
        </p:nvSpPr>
        <p:spPr>
          <a:xfrm>
            <a:off x="4638270" y="1733801"/>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86436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Sub-Heading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E9D758">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E9D7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Text Placeholder 8">
            <a:extLst>
              <a:ext uri="{FF2B5EF4-FFF2-40B4-BE49-F238E27FC236}">
                <a16:creationId xmlns:a16="http://schemas.microsoft.com/office/drawing/2014/main" id="{A15EE034-DCC4-8DB3-571D-030DB2FE42B9}"/>
              </a:ext>
            </a:extLst>
          </p:cNvPr>
          <p:cNvSpPr>
            <a:spLocks noGrp="1"/>
          </p:cNvSpPr>
          <p:nvPr>
            <p:ph type="body" sz="quarter" idx="13" hasCustomPrompt="1"/>
          </p:nvPr>
        </p:nvSpPr>
        <p:spPr>
          <a:xfrm>
            <a:off x="688570"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8" name="Text Placeholder 8">
            <a:extLst>
              <a:ext uri="{FF2B5EF4-FFF2-40B4-BE49-F238E27FC236}">
                <a16:creationId xmlns:a16="http://schemas.microsoft.com/office/drawing/2014/main" id="{C28CEAEA-2ECB-CAD5-34AC-0AFC19EE01FB}"/>
              </a:ext>
            </a:extLst>
          </p:cNvPr>
          <p:cNvSpPr>
            <a:spLocks noGrp="1"/>
          </p:cNvSpPr>
          <p:nvPr>
            <p:ph type="body" sz="quarter" idx="14" hasCustomPrompt="1"/>
          </p:nvPr>
        </p:nvSpPr>
        <p:spPr>
          <a:xfrm>
            <a:off x="4612235"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B2A87F26-C02E-0CB8-F483-78D4180318B7}"/>
              </a:ext>
            </a:extLst>
          </p:cNvPr>
          <p:cNvSpPr>
            <a:spLocks noGrp="1"/>
          </p:cNvSpPr>
          <p:nvPr>
            <p:ph sz="quarter" idx="17" hasCustomPrompt="1"/>
          </p:nvPr>
        </p:nvSpPr>
        <p:spPr>
          <a:xfrm>
            <a:off x="688570" y="2208089"/>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72DE706D-C4B3-86C2-939C-A49B68908652}"/>
              </a:ext>
            </a:extLst>
          </p:cNvPr>
          <p:cNvSpPr>
            <a:spLocks noGrp="1"/>
          </p:cNvSpPr>
          <p:nvPr>
            <p:ph sz="quarter" idx="18" hasCustomPrompt="1"/>
          </p:nvPr>
        </p:nvSpPr>
        <p:spPr>
          <a:xfrm>
            <a:off x="4638270" y="2208088"/>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68977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Placeholder 1">
            <a:extLst>
              <a:ext uri="{FF2B5EF4-FFF2-40B4-BE49-F238E27FC236}">
                <a16:creationId xmlns:a16="http://schemas.microsoft.com/office/drawing/2014/main" id="{54CD5D27-13BE-E9DA-876B-87188378B94D}"/>
              </a:ext>
            </a:extLst>
          </p:cNvPr>
          <p:cNvSpPr>
            <a:spLocks noGrp="1"/>
          </p:cNvSpPr>
          <p:nvPr>
            <p:ph type="title"/>
          </p:nvPr>
        </p:nvSpPr>
        <p:spPr>
          <a:xfrm>
            <a:off x="928352" y="1962106"/>
            <a:ext cx="10515600" cy="1325563"/>
          </a:xfrm>
          <a:prstGeom prst="rect">
            <a:avLst/>
          </a:prstGeom>
        </p:spPr>
        <p:txBody>
          <a:bodyPr vert="horz" lIns="91440" tIns="45720" rIns="91440" bIns="45720" rtlCol="0" anchor="ctr">
            <a:normAutofit/>
          </a:bodyPr>
          <a:lstStyle/>
          <a:p>
            <a:r>
              <a:rPr lang="en-US"/>
              <a:t>CLICK TO ADD TITLE</a:t>
            </a:r>
          </a:p>
        </p:txBody>
      </p:sp>
    </p:spTree>
    <p:extLst>
      <p:ext uri="{BB962C8B-B14F-4D97-AF65-F5344CB8AC3E}">
        <p14:creationId xmlns:p14="http://schemas.microsoft.com/office/powerpoint/2010/main" val="1653251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515600" cy="876132"/>
          </a:xfrm>
        </p:spPr>
        <p:txBody>
          <a:bodyPr>
            <a:normAutofit/>
          </a:bodyPr>
          <a:lstStyle>
            <a:lvl1pPr algn="l">
              <a:defRPr sz="3200"/>
            </a:lvl1pPr>
          </a:lstStyle>
          <a:p>
            <a:r>
              <a:rPr lang="en-US"/>
              <a:t>CLICK TO ADD TITLE</a:t>
            </a:r>
          </a:p>
        </p:txBody>
      </p:sp>
      <p:sp>
        <p:nvSpPr>
          <p:cNvPr id="3" name="Text Placeholder 2">
            <a:extLst>
              <a:ext uri="{FF2B5EF4-FFF2-40B4-BE49-F238E27FC236}">
                <a16:creationId xmlns:a16="http://schemas.microsoft.com/office/drawing/2014/main" id="{4749464C-149D-7652-70D5-DC82103B0906}"/>
              </a:ext>
            </a:extLst>
          </p:cNvPr>
          <p:cNvSpPr>
            <a:spLocks noGrp="1"/>
          </p:cNvSpPr>
          <p:nvPr>
            <p:ph type="body" sz="quarter" idx="18" hasCustomPrompt="1"/>
          </p:nvPr>
        </p:nvSpPr>
        <p:spPr>
          <a:xfrm>
            <a:off x="1008063" y="2010688"/>
            <a:ext cx="5087937" cy="1917700"/>
          </a:xfrm>
          <a:prstGeom prst="roundRect">
            <a:avLst/>
          </a:prstGeom>
          <a:noFill/>
          <a:ln w="9525" cap="flat" cmpd="sng" algn="ctr">
            <a:solidFill>
              <a:srgbClr val="2FAEB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00E7C91-3D93-862B-A67E-5731E837A29D}"/>
              </a:ext>
            </a:extLst>
          </p:cNvPr>
          <p:cNvSpPr>
            <a:spLocks noGrp="1"/>
          </p:cNvSpPr>
          <p:nvPr>
            <p:ph type="body" sz="quarter" idx="19" hasCustomPrompt="1"/>
          </p:nvPr>
        </p:nvSpPr>
        <p:spPr>
          <a:xfrm>
            <a:off x="1008062" y="4151389"/>
            <a:ext cx="5087937" cy="1917700"/>
          </a:xfrm>
          <a:prstGeom prst="roundRect">
            <a:avLst/>
          </a:prstGeom>
          <a:noFill/>
          <a:ln w="9525" cap="flat" cmpd="sng" algn="ctr">
            <a:solidFill>
              <a:srgbClr val="2FAEB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D1F36DA5-BA51-E71F-4071-CDA8B6AF8195}"/>
              </a:ext>
            </a:extLst>
          </p:cNvPr>
          <p:cNvSpPr>
            <a:spLocks noGrp="1"/>
          </p:cNvSpPr>
          <p:nvPr>
            <p:ph type="body" sz="quarter" idx="20" hasCustomPrompt="1"/>
          </p:nvPr>
        </p:nvSpPr>
        <p:spPr>
          <a:xfrm>
            <a:off x="6330980" y="2024857"/>
            <a:ext cx="5087937" cy="1917700"/>
          </a:xfrm>
          <a:prstGeom prst="roundRect">
            <a:avLst/>
          </a:prstGeom>
          <a:noFill/>
          <a:ln w="9525" cap="flat" cmpd="sng" algn="ctr">
            <a:solidFill>
              <a:srgbClr val="2FAEB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F199BA80-FA1C-37FB-72B9-42251A8D5AF7}"/>
              </a:ext>
            </a:extLst>
          </p:cNvPr>
          <p:cNvSpPr>
            <a:spLocks noGrp="1"/>
          </p:cNvSpPr>
          <p:nvPr>
            <p:ph type="body" sz="quarter" idx="21" hasCustomPrompt="1"/>
          </p:nvPr>
        </p:nvSpPr>
        <p:spPr>
          <a:xfrm>
            <a:off x="6330979" y="4150517"/>
            <a:ext cx="5087937" cy="1917700"/>
          </a:xfrm>
          <a:prstGeom prst="roundRect">
            <a:avLst/>
          </a:prstGeom>
          <a:noFill/>
          <a:ln w="9525" cap="flat" cmpd="sng" algn="ctr">
            <a:solidFill>
              <a:srgbClr val="2FAEB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51728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27696"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17DC54DB-95BB-5B11-0EB7-75C75C50144D}"/>
              </a:ext>
            </a:extLst>
          </p:cNvPr>
          <p:cNvSpPr>
            <a:spLocks noGrp="1"/>
          </p:cNvSpPr>
          <p:nvPr>
            <p:ph sz="quarter" idx="11" hasCustomPrompt="1"/>
          </p:nvPr>
        </p:nvSpPr>
        <p:spPr>
          <a:xfrm>
            <a:off x="688571" y="1801017"/>
            <a:ext cx="10916282" cy="4267200"/>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1067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Sub-Heading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10762"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1F056029-B7F3-482D-9542-950BD72ED04E}"/>
              </a:ext>
            </a:extLst>
          </p:cNvPr>
          <p:cNvSpPr>
            <a:spLocks noGrp="1"/>
          </p:cNvSpPr>
          <p:nvPr>
            <p:ph type="body" sz="quarter" idx="12" hasCustomPrompt="1"/>
          </p:nvPr>
        </p:nvSpPr>
        <p:spPr>
          <a:xfrm>
            <a:off x="688974" y="1811337"/>
            <a:ext cx="10910357" cy="508529"/>
          </a:xfrm>
          <a:prstGeom prst="rect">
            <a:avLst/>
          </a:prstGeom>
        </p:spPr>
        <p:txBody>
          <a:bodyPr anchor="ctr"/>
          <a:lstStyle>
            <a:lvl1pPr>
              <a:defRPr b="1">
                <a:solidFill>
                  <a:srgbClr val="FF8552"/>
                </a:solidFill>
              </a:defRPr>
            </a:lvl1pPr>
          </a:lstStyle>
          <a:p>
            <a:pPr lvl="0"/>
            <a:r>
              <a:rPr lang="en-US"/>
              <a:t>Click to add sub-heading</a:t>
            </a:r>
          </a:p>
        </p:txBody>
      </p:sp>
      <p:sp>
        <p:nvSpPr>
          <p:cNvPr id="4" name="Content Placeholder 3">
            <a:extLst>
              <a:ext uri="{FF2B5EF4-FFF2-40B4-BE49-F238E27FC236}">
                <a16:creationId xmlns:a16="http://schemas.microsoft.com/office/drawing/2014/main" id="{69838072-48A0-51A1-FEF4-E45B5115FC75}"/>
              </a:ext>
            </a:extLst>
          </p:cNvPr>
          <p:cNvSpPr>
            <a:spLocks noGrp="1"/>
          </p:cNvSpPr>
          <p:nvPr>
            <p:ph sz="quarter" idx="11" hasCustomPrompt="1"/>
          </p:nvPr>
        </p:nvSpPr>
        <p:spPr>
          <a:xfrm>
            <a:off x="688571" y="2319865"/>
            <a:ext cx="10916282" cy="374835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64111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975F073F-6731-E070-7EE4-92824BB25454}"/>
              </a:ext>
            </a:extLst>
          </p:cNvPr>
          <p:cNvSpPr>
            <a:spLocks noGrp="1"/>
          </p:cNvSpPr>
          <p:nvPr>
            <p:ph sz="quarter" idx="12" hasCustomPrompt="1"/>
          </p:nvPr>
        </p:nvSpPr>
        <p:spPr>
          <a:xfrm>
            <a:off x="688570"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F9A5C0D-B311-E613-144B-5291C298462B}"/>
              </a:ext>
            </a:extLst>
          </p:cNvPr>
          <p:cNvSpPr>
            <a:spLocks noGrp="1"/>
          </p:cNvSpPr>
          <p:nvPr>
            <p:ph sz="quarter" idx="13" hasCustomPrompt="1"/>
          </p:nvPr>
        </p:nvSpPr>
        <p:spPr>
          <a:xfrm>
            <a:off x="6282674"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19240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Sub-Heading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9" name="Text Placeholder 8">
            <a:extLst>
              <a:ext uri="{FF2B5EF4-FFF2-40B4-BE49-F238E27FC236}">
                <a16:creationId xmlns:a16="http://schemas.microsoft.com/office/drawing/2014/main" id="{BA49D979-9146-D413-A2FC-68189B78506D}"/>
              </a:ext>
            </a:extLst>
          </p:cNvPr>
          <p:cNvSpPr>
            <a:spLocks noGrp="1"/>
          </p:cNvSpPr>
          <p:nvPr>
            <p:ph type="body" sz="quarter" idx="12" hasCustomPrompt="1"/>
          </p:nvPr>
        </p:nvSpPr>
        <p:spPr>
          <a:xfrm>
            <a:off x="688975"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10" name="Text Placeholder 8">
            <a:extLst>
              <a:ext uri="{FF2B5EF4-FFF2-40B4-BE49-F238E27FC236}">
                <a16:creationId xmlns:a16="http://schemas.microsoft.com/office/drawing/2014/main" id="{95FEDD83-C228-5D86-856B-6D99C5DF40DB}"/>
              </a:ext>
            </a:extLst>
          </p:cNvPr>
          <p:cNvSpPr>
            <a:spLocks noGrp="1"/>
          </p:cNvSpPr>
          <p:nvPr>
            <p:ph type="body" sz="quarter" idx="13" hasCustomPrompt="1"/>
          </p:nvPr>
        </p:nvSpPr>
        <p:spPr>
          <a:xfrm>
            <a:off x="6281736"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2" name="Content Placeholder 3">
            <a:extLst>
              <a:ext uri="{FF2B5EF4-FFF2-40B4-BE49-F238E27FC236}">
                <a16:creationId xmlns:a16="http://schemas.microsoft.com/office/drawing/2014/main" id="{D6BCB8A8-BBA3-8E73-3204-0C2AE00FF17D}"/>
              </a:ext>
            </a:extLst>
          </p:cNvPr>
          <p:cNvSpPr>
            <a:spLocks noGrp="1"/>
          </p:cNvSpPr>
          <p:nvPr>
            <p:ph sz="quarter" idx="14" hasCustomPrompt="1"/>
          </p:nvPr>
        </p:nvSpPr>
        <p:spPr>
          <a:xfrm>
            <a:off x="688570" y="2217738"/>
            <a:ext cx="5220758" cy="3895726"/>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D7A3F4A-F659-56AC-A43F-E25646A9BE7A}"/>
              </a:ext>
            </a:extLst>
          </p:cNvPr>
          <p:cNvSpPr>
            <a:spLocks noGrp="1"/>
          </p:cNvSpPr>
          <p:nvPr>
            <p:ph sz="quarter" idx="15" hasCustomPrompt="1"/>
          </p:nvPr>
        </p:nvSpPr>
        <p:spPr>
          <a:xfrm>
            <a:off x="6282265" y="2217736"/>
            <a:ext cx="5220758"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14299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626F6D6B-47FF-6F29-8AF5-98B2E3847056}"/>
              </a:ext>
            </a:extLst>
          </p:cNvPr>
          <p:cNvSpPr>
            <a:spLocks noGrp="1"/>
          </p:cNvSpPr>
          <p:nvPr>
            <p:ph sz="quarter" idx="12" hasCustomPrompt="1"/>
          </p:nvPr>
        </p:nvSpPr>
        <p:spPr>
          <a:xfrm>
            <a:off x="688570"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5DB4D-ACAA-ADEC-91D5-E29CCDDB93EF}"/>
              </a:ext>
            </a:extLst>
          </p:cNvPr>
          <p:cNvSpPr>
            <a:spLocks noGrp="1"/>
          </p:cNvSpPr>
          <p:nvPr>
            <p:ph sz="quarter" idx="14" hasCustomPrompt="1"/>
          </p:nvPr>
        </p:nvSpPr>
        <p:spPr>
          <a:xfrm>
            <a:off x="8297332"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FC0A4B7-CF9A-8A6B-9427-B60E96D17604}"/>
              </a:ext>
            </a:extLst>
          </p:cNvPr>
          <p:cNvSpPr>
            <a:spLocks noGrp="1"/>
          </p:cNvSpPr>
          <p:nvPr>
            <p:ph sz="quarter" idx="15" hasCustomPrompt="1"/>
          </p:nvPr>
        </p:nvSpPr>
        <p:spPr>
          <a:xfrm>
            <a:off x="4492951"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38160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Sub-Heading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4B30549E-0796-5A97-919A-00EAB5F1FE04}"/>
              </a:ext>
            </a:extLst>
          </p:cNvPr>
          <p:cNvSpPr>
            <a:spLocks noGrp="1"/>
          </p:cNvSpPr>
          <p:nvPr>
            <p:ph type="body" sz="quarter" idx="12" hasCustomPrompt="1"/>
          </p:nvPr>
        </p:nvSpPr>
        <p:spPr>
          <a:xfrm>
            <a:off x="68897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B581A80F-99FF-A666-AB5C-08EBCDD4AADE}"/>
              </a:ext>
            </a:extLst>
          </p:cNvPr>
          <p:cNvSpPr>
            <a:spLocks noGrp="1"/>
          </p:cNvSpPr>
          <p:nvPr>
            <p:ph type="body" sz="quarter" idx="15" hasCustomPrompt="1"/>
          </p:nvPr>
        </p:nvSpPr>
        <p:spPr>
          <a:xfrm>
            <a:off x="4492950" y="1814825"/>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B9440AC6-411A-C433-635D-3801D764362F}"/>
              </a:ext>
            </a:extLst>
          </p:cNvPr>
          <p:cNvSpPr>
            <a:spLocks noGrp="1"/>
          </p:cNvSpPr>
          <p:nvPr>
            <p:ph type="body" sz="quarter" idx="16" hasCustomPrompt="1"/>
          </p:nvPr>
        </p:nvSpPr>
        <p:spPr>
          <a:xfrm>
            <a:off x="829692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EA3E88EC-4FD8-8E3E-ACD6-1665A1B3D043}"/>
              </a:ext>
            </a:extLst>
          </p:cNvPr>
          <p:cNvSpPr>
            <a:spLocks noGrp="1"/>
          </p:cNvSpPr>
          <p:nvPr>
            <p:ph sz="quarter" idx="17" hasCustomPrompt="1"/>
          </p:nvPr>
        </p:nvSpPr>
        <p:spPr>
          <a:xfrm>
            <a:off x="68857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9D8BD0B8-6125-ED99-1A73-3BE457AD5948}"/>
              </a:ext>
            </a:extLst>
          </p:cNvPr>
          <p:cNvSpPr>
            <a:spLocks noGrp="1"/>
          </p:cNvSpPr>
          <p:nvPr>
            <p:ph sz="quarter" idx="18" hasCustomPrompt="1"/>
          </p:nvPr>
        </p:nvSpPr>
        <p:spPr>
          <a:xfrm>
            <a:off x="449295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731CCED-3B8C-9958-C3F9-4CFFAA52537E}"/>
              </a:ext>
            </a:extLst>
          </p:cNvPr>
          <p:cNvSpPr>
            <a:spLocks noGrp="1"/>
          </p:cNvSpPr>
          <p:nvPr>
            <p:ph sz="quarter" idx="19" hasCustomPrompt="1"/>
          </p:nvPr>
        </p:nvSpPr>
        <p:spPr>
          <a:xfrm>
            <a:off x="829652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54932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09B7D0F4-B3AD-F806-6951-61C7C331F578}"/>
              </a:ext>
            </a:extLst>
          </p:cNvPr>
          <p:cNvSpPr>
            <a:spLocks noGrp="1"/>
          </p:cNvSpPr>
          <p:nvPr>
            <p:ph sz="quarter" idx="17" hasCustomPrompt="1"/>
          </p:nvPr>
        </p:nvSpPr>
        <p:spPr>
          <a:xfrm>
            <a:off x="688570" y="1981200"/>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EE544C14-1D03-AED5-9881-AA5FC8B04D70}"/>
              </a:ext>
            </a:extLst>
          </p:cNvPr>
          <p:cNvSpPr>
            <a:spLocks noGrp="1"/>
          </p:cNvSpPr>
          <p:nvPr>
            <p:ph sz="quarter" idx="18" hasCustomPrompt="1"/>
          </p:nvPr>
        </p:nvSpPr>
        <p:spPr>
          <a:xfrm>
            <a:off x="355559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0AF765E6-5323-792F-6962-64E504304B30}"/>
              </a:ext>
            </a:extLst>
          </p:cNvPr>
          <p:cNvSpPr>
            <a:spLocks noGrp="1"/>
          </p:cNvSpPr>
          <p:nvPr>
            <p:ph sz="quarter" idx="19" hasCustomPrompt="1"/>
          </p:nvPr>
        </p:nvSpPr>
        <p:spPr>
          <a:xfrm>
            <a:off x="921173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FAB084AF-27D5-1779-F982-B26B31DD4CC8}"/>
              </a:ext>
            </a:extLst>
          </p:cNvPr>
          <p:cNvSpPr>
            <a:spLocks noGrp="1"/>
          </p:cNvSpPr>
          <p:nvPr>
            <p:ph sz="quarter" idx="20" hasCustomPrompt="1"/>
          </p:nvPr>
        </p:nvSpPr>
        <p:spPr>
          <a:xfrm>
            <a:off x="6344710" y="198921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33016301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Sub-Heading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A80E464D-5342-A52D-F498-615717ED206D}"/>
              </a:ext>
            </a:extLst>
          </p:cNvPr>
          <p:cNvSpPr>
            <a:spLocks noGrp="1"/>
          </p:cNvSpPr>
          <p:nvPr>
            <p:ph type="body" sz="quarter" idx="14" hasCustomPrompt="1"/>
          </p:nvPr>
        </p:nvSpPr>
        <p:spPr>
          <a:xfrm>
            <a:off x="688975" y="1862666"/>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3BF02568-DE2C-B455-61C9-D693B342083A}"/>
              </a:ext>
            </a:extLst>
          </p:cNvPr>
          <p:cNvSpPr>
            <a:spLocks noGrp="1"/>
          </p:cNvSpPr>
          <p:nvPr>
            <p:ph type="body" sz="quarter" idx="15" hasCustomPrompt="1"/>
          </p:nvPr>
        </p:nvSpPr>
        <p:spPr>
          <a:xfrm>
            <a:off x="3555998" y="1866830"/>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0A571BBB-AA17-8469-C37F-35A7925A22BC}"/>
              </a:ext>
            </a:extLst>
          </p:cNvPr>
          <p:cNvSpPr>
            <a:spLocks noGrp="1"/>
          </p:cNvSpPr>
          <p:nvPr>
            <p:ph type="body" sz="quarter" idx="16" hasCustomPrompt="1"/>
          </p:nvPr>
        </p:nvSpPr>
        <p:spPr>
          <a:xfrm>
            <a:off x="634744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6" name="Text Placeholder 8">
            <a:extLst>
              <a:ext uri="{FF2B5EF4-FFF2-40B4-BE49-F238E27FC236}">
                <a16:creationId xmlns:a16="http://schemas.microsoft.com/office/drawing/2014/main" id="{EA7DBE22-DA59-C911-6EA7-94916E184267}"/>
              </a:ext>
            </a:extLst>
          </p:cNvPr>
          <p:cNvSpPr>
            <a:spLocks noGrp="1"/>
          </p:cNvSpPr>
          <p:nvPr>
            <p:ph type="body" sz="quarter" idx="17" hasCustomPrompt="1"/>
          </p:nvPr>
        </p:nvSpPr>
        <p:spPr>
          <a:xfrm>
            <a:off x="921173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8" name="Content Placeholder 3">
            <a:extLst>
              <a:ext uri="{FF2B5EF4-FFF2-40B4-BE49-F238E27FC236}">
                <a16:creationId xmlns:a16="http://schemas.microsoft.com/office/drawing/2014/main" id="{A1F15A62-F484-C6DE-80F5-8CDD92FFC993}"/>
              </a:ext>
            </a:extLst>
          </p:cNvPr>
          <p:cNvSpPr>
            <a:spLocks noGrp="1"/>
          </p:cNvSpPr>
          <p:nvPr>
            <p:ph sz="quarter" idx="18" hasCustomPrompt="1"/>
          </p:nvPr>
        </p:nvSpPr>
        <p:spPr>
          <a:xfrm>
            <a:off x="688570" y="2235201"/>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2" name="Content Placeholder 3">
            <a:extLst>
              <a:ext uri="{FF2B5EF4-FFF2-40B4-BE49-F238E27FC236}">
                <a16:creationId xmlns:a16="http://schemas.microsoft.com/office/drawing/2014/main" id="{90EAC0EA-0F0C-1B0D-D807-E224EE4964F2}"/>
              </a:ext>
            </a:extLst>
          </p:cNvPr>
          <p:cNvSpPr>
            <a:spLocks noGrp="1"/>
          </p:cNvSpPr>
          <p:nvPr>
            <p:ph sz="quarter" idx="19" hasCustomPrompt="1"/>
          </p:nvPr>
        </p:nvSpPr>
        <p:spPr>
          <a:xfrm>
            <a:off x="355559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F3B4D93D-254D-7D03-F4D9-93FA44EA96E8}"/>
              </a:ext>
            </a:extLst>
          </p:cNvPr>
          <p:cNvSpPr>
            <a:spLocks noGrp="1"/>
          </p:cNvSpPr>
          <p:nvPr>
            <p:ph sz="quarter" idx="20" hasCustomPrompt="1"/>
          </p:nvPr>
        </p:nvSpPr>
        <p:spPr>
          <a:xfrm>
            <a:off x="921173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4" name="Content Placeholder 3">
            <a:extLst>
              <a:ext uri="{FF2B5EF4-FFF2-40B4-BE49-F238E27FC236}">
                <a16:creationId xmlns:a16="http://schemas.microsoft.com/office/drawing/2014/main" id="{A88FFBB0-2C5F-3A47-31C3-29E47B123A1F}"/>
              </a:ext>
            </a:extLst>
          </p:cNvPr>
          <p:cNvSpPr>
            <a:spLocks noGrp="1"/>
          </p:cNvSpPr>
          <p:nvPr>
            <p:ph sz="quarter" idx="21" hasCustomPrompt="1"/>
          </p:nvPr>
        </p:nvSpPr>
        <p:spPr>
          <a:xfrm>
            <a:off x="6344710" y="224322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11126921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2FAEB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Content Placeholder 3">
            <a:extLst>
              <a:ext uri="{FF2B5EF4-FFF2-40B4-BE49-F238E27FC236}">
                <a16:creationId xmlns:a16="http://schemas.microsoft.com/office/drawing/2014/main" id="{44F51DE8-59AE-C0C2-98DC-8BA094E581A8}"/>
              </a:ext>
            </a:extLst>
          </p:cNvPr>
          <p:cNvSpPr>
            <a:spLocks noGrp="1"/>
          </p:cNvSpPr>
          <p:nvPr>
            <p:ph sz="quarter" idx="17" hasCustomPrompt="1"/>
          </p:nvPr>
        </p:nvSpPr>
        <p:spPr>
          <a:xfrm>
            <a:off x="688570" y="1733802"/>
            <a:ext cx="7754820"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58938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Heading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2FAEB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Text Placeholder 8">
            <a:extLst>
              <a:ext uri="{FF2B5EF4-FFF2-40B4-BE49-F238E27FC236}">
                <a16:creationId xmlns:a16="http://schemas.microsoft.com/office/drawing/2014/main" id="{913F2A2A-3B52-CDBF-DB10-FD881B6BDC7F}"/>
              </a:ext>
            </a:extLst>
          </p:cNvPr>
          <p:cNvSpPr>
            <a:spLocks noGrp="1"/>
          </p:cNvSpPr>
          <p:nvPr>
            <p:ph type="body" sz="quarter" idx="12" hasCustomPrompt="1"/>
          </p:nvPr>
        </p:nvSpPr>
        <p:spPr>
          <a:xfrm>
            <a:off x="688975" y="1811338"/>
            <a:ext cx="7672704" cy="406400"/>
          </a:xfrm>
          <a:prstGeom prst="rect">
            <a:avLst/>
          </a:prstGeom>
        </p:spPr>
        <p:txBody>
          <a:bodyPr anchor="ctr"/>
          <a:lstStyle>
            <a:lvl1pPr>
              <a:defRPr b="1">
                <a:solidFill>
                  <a:srgbClr val="FF8552"/>
                </a:solidFill>
              </a:defRPr>
            </a:lvl1pPr>
          </a:lstStyle>
          <a:p>
            <a:pPr lvl="0"/>
            <a:r>
              <a:rPr lang="en-US"/>
              <a:t>Click to add sub-heading</a:t>
            </a:r>
          </a:p>
        </p:txBody>
      </p:sp>
      <p:sp>
        <p:nvSpPr>
          <p:cNvPr id="6" name="Content Placeholder 3">
            <a:extLst>
              <a:ext uri="{FF2B5EF4-FFF2-40B4-BE49-F238E27FC236}">
                <a16:creationId xmlns:a16="http://schemas.microsoft.com/office/drawing/2014/main" id="{4DD2F942-F90C-8DBB-83DA-4C15C3B12C44}"/>
              </a:ext>
            </a:extLst>
          </p:cNvPr>
          <p:cNvSpPr>
            <a:spLocks noGrp="1"/>
          </p:cNvSpPr>
          <p:nvPr>
            <p:ph sz="quarter" idx="17" hasCustomPrompt="1"/>
          </p:nvPr>
        </p:nvSpPr>
        <p:spPr>
          <a:xfrm>
            <a:off x="688570" y="2217738"/>
            <a:ext cx="7754820" cy="3895725"/>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26131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2FAEB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Content Placeholder 3">
            <a:extLst>
              <a:ext uri="{FF2B5EF4-FFF2-40B4-BE49-F238E27FC236}">
                <a16:creationId xmlns:a16="http://schemas.microsoft.com/office/drawing/2014/main" id="{02D60A1C-E2FE-1A03-A1CC-8BFE867A15B1}"/>
              </a:ext>
            </a:extLst>
          </p:cNvPr>
          <p:cNvSpPr>
            <a:spLocks noGrp="1"/>
          </p:cNvSpPr>
          <p:nvPr>
            <p:ph sz="quarter" idx="17" hasCustomPrompt="1"/>
          </p:nvPr>
        </p:nvSpPr>
        <p:spPr>
          <a:xfrm>
            <a:off x="688570" y="1733802"/>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467A4658-D4F8-4865-6FF3-A22420B99CC9}"/>
              </a:ext>
            </a:extLst>
          </p:cNvPr>
          <p:cNvSpPr>
            <a:spLocks noGrp="1"/>
          </p:cNvSpPr>
          <p:nvPr>
            <p:ph sz="quarter" idx="18" hasCustomPrompt="1"/>
          </p:nvPr>
        </p:nvSpPr>
        <p:spPr>
          <a:xfrm>
            <a:off x="4638270" y="1733801"/>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45983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ub-Heading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2FAEB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2FAE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Text Placeholder 8">
            <a:extLst>
              <a:ext uri="{FF2B5EF4-FFF2-40B4-BE49-F238E27FC236}">
                <a16:creationId xmlns:a16="http://schemas.microsoft.com/office/drawing/2014/main" id="{A15EE034-DCC4-8DB3-571D-030DB2FE42B9}"/>
              </a:ext>
            </a:extLst>
          </p:cNvPr>
          <p:cNvSpPr>
            <a:spLocks noGrp="1"/>
          </p:cNvSpPr>
          <p:nvPr>
            <p:ph type="body" sz="quarter" idx="13" hasCustomPrompt="1"/>
          </p:nvPr>
        </p:nvSpPr>
        <p:spPr>
          <a:xfrm>
            <a:off x="688570"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8" name="Text Placeholder 8">
            <a:extLst>
              <a:ext uri="{FF2B5EF4-FFF2-40B4-BE49-F238E27FC236}">
                <a16:creationId xmlns:a16="http://schemas.microsoft.com/office/drawing/2014/main" id="{C28CEAEA-2ECB-CAD5-34AC-0AFC19EE01FB}"/>
              </a:ext>
            </a:extLst>
          </p:cNvPr>
          <p:cNvSpPr>
            <a:spLocks noGrp="1"/>
          </p:cNvSpPr>
          <p:nvPr>
            <p:ph type="body" sz="quarter" idx="14" hasCustomPrompt="1"/>
          </p:nvPr>
        </p:nvSpPr>
        <p:spPr>
          <a:xfrm>
            <a:off x="4612235"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B2A87F26-C02E-0CB8-F483-78D4180318B7}"/>
              </a:ext>
            </a:extLst>
          </p:cNvPr>
          <p:cNvSpPr>
            <a:spLocks noGrp="1"/>
          </p:cNvSpPr>
          <p:nvPr>
            <p:ph sz="quarter" idx="17" hasCustomPrompt="1"/>
          </p:nvPr>
        </p:nvSpPr>
        <p:spPr>
          <a:xfrm>
            <a:off x="688570" y="2208089"/>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72DE706D-C4B3-86C2-939C-A49B68908652}"/>
              </a:ext>
            </a:extLst>
          </p:cNvPr>
          <p:cNvSpPr>
            <a:spLocks noGrp="1"/>
          </p:cNvSpPr>
          <p:nvPr>
            <p:ph sz="quarter" idx="18" hasCustomPrompt="1"/>
          </p:nvPr>
        </p:nvSpPr>
        <p:spPr>
          <a:xfrm>
            <a:off x="4638270" y="2208088"/>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8146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Placeholder 1">
            <a:extLst>
              <a:ext uri="{FF2B5EF4-FFF2-40B4-BE49-F238E27FC236}">
                <a16:creationId xmlns:a16="http://schemas.microsoft.com/office/drawing/2014/main" id="{54CD5D27-13BE-E9DA-876B-87188378B94D}"/>
              </a:ext>
            </a:extLst>
          </p:cNvPr>
          <p:cNvSpPr>
            <a:spLocks noGrp="1"/>
          </p:cNvSpPr>
          <p:nvPr>
            <p:ph type="title"/>
          </p:nvPr>
        </p:nvSpPr>
        <p:spPr>
          <a:xfrm>
            <a:off x="928352" y="1962106"/>
            <a:ext cx="10515600" cy="1325563"/>
          </a:xfrm>
          <a:prstGeom prst="rect">
            <a:avLst/>
          </a:prstGeom>
        </p:spPr>
        <p:txBody>
          <a:bodyPr vert="horz" lIns="91440" tIns="45720" rIns="91440" bIns="45720" rtlCol="0" anchor="ctr">
            <a:normAutofit/>
          </a:bodyPr>
          <a:lstStyle/>
          <a:p>
            <a:r>
              <a:rPr lang="en-US"/>
              <a:t>CLICK TO ADD TITLE</a:t>
            </a:r>
          </a:p>
        </p:txBody>
      </p:sp>
    </p:spTree>
    <p:extLst>
      <p:ext uri="{BB962C8B-B14F-4D97-AF65-F5344CB8AC3E}">
        <p14:creationId xmlns:p14="http://schemas.microsoft.com/office/powerpoint/2010/main" val="31090129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515600" cy="876132"/>
          </a:xfrm>
        </p:spPr>
        <p:txBody>
          <a:bodyPr>
            <a:normAutofit/>
          </a:bodyPr>
          <a:lstStyle>
            <a:lvl1pPr algn="l">
              <a:defRPr sz="3200"/>
            </a:lvl1pPr>
          </a:lstStyle>
          <a:p>
            <a:r>
              <a:rPr lang="en-US"/>
              <a:t>CLICK TO ADD TITLE</a:t>
            </a:r>
          </a:p>
        </p:txBody>
      </p:sp>
      <p:sp>
        <p:nvSpPr>
          <p:cNvPr id="3" name="Text Placeholder 2">
            <a:extLst>
              <a:ext uri="{FF2B5EF4-FFF2-40B4-BE49-F238E27FC236}">
                <a16:creationId xmlns:a16="http://schemas.microsoft.com/office/drawing/2014/main" id="{4749464C-149D-7652-70D5-DC82103B0906}"/>
              </a:ext>
            </a:extLst>
          </p:cNvPr>
          <p:cNvSpPr>
            <a:spLocks noGrp="1"/>
          </p:cNvSpPr>
          <p:nvPr>
            <p:ph type="body" sz="quarter" idx="18" hasCustomPrompt="1"/>
          </p:nvPr>
        </p:nvSpPr>
        <p:spPr>
          <a:xfrm>
            <a:off x="1008063" y="2010688"/>
            <a:ext cx="5087937" cy="1917700"/>
          </a:xfrm>
          <a:prstGeom prst="roundRect">
            <a:avLst/>
          </a:prstGeom>
          <a:noFill/>
          <a:ln w="9525" cap="flat" cmpd="sng" algn="ctr">
            <a:solidFill>
              <a:srgbClr val="39393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00E7C91-3D93-862B-A67E-5731E837A29D}"/>
              </a:ext>
            </a:extLst>
          </p:cNvPr>
          <p:cNvSpPr>
            <a:spLocks noGrp="1"/>
          </p:cNvSpPr>
          <p:nvPr>
            <p:ph type="body" sz="quarter" idx="19" hasCustomPrompt="1"/>
          </p:nvPr>
        </p:nvSpPr>
        <p:spPr>
          <a:xfrm>
            <a:off x="1008062" y="4151389"/>
            <a:ext cx="5087937" cy="1917700"/>
          </a:xfrm>
          <a:prstGeom prst="roundRect">
            <a:avLst/>
          </a:prstGeom>
          <a:noFill/>
          <a:ln w="9525" cap="flat" cmpd="sng" algn="ctr">
            <a:solidFill>
              <a:srgbClr val="39393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D1F36DA5-BA51-E71F-4071-CDA8B6AF8195}"/>
              </a:ext>
            </a:extLst>
          </p:cNvPr>
          <p:cNvSpPr>
            <a:spLocks noGrp="1"/>
          </p:cNvSpPr>
          <p:nvPr>
            <p:ph type="body" sz="quarter" idx="20" hasCustomPrompt="1"/>
          </p:nvPr>
        </p:nvSpPr>
        <p:spPr>
          <a:xfrm>
            <a:off x="6330980" y="2024857"/>
            <a:ext cx="5087937" cy="1917700"/>
          </a:xfrm>
          <a:prstGeom prst="roundRect">
            <a:avLst/>
          </a:prstGeom>
          <a:noFill/>
          <a:ln w="9525" cap="flat" cmpd="sng" algn="ctr">
            <a:solidFill>
              <a:srgbClr val="39393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F199BA80-FA1C-37FB-72B9-42251A8D5AF7}"/>
              </a:ext>
            </a:extLst>
          </p:cNvPr>
          <p:cNvSpPr>
            <a:spLocks noGrp="1"/>
          </p:cNvSpPr>
          <p:nvPr>
            <p:ph type="body" sz="quarter" idx="21" hasCustomPrompt="1"/>
          </p:nvPr>
        </p:nvSpPr>
        <p:spPr>
          <a:xfrm>
            <a:off x="6330979" y="4150517"/>
            <a:ext cx="5087937" cy="1917700"/>
          </a:xfrm>
          <a:prstGeom prst="roundRect">
            <a:avLst/>
          </a:prstGeom>
          <a:noFill/>
          <a:ln w="9525" cap="flat" cmpd="sng" algn="ctr">
            <a:solidFill>
              <a:srgbClr val="39393A"/>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lvl1pPr>
              <a:defRPr sz="1800">
                <a:solidFill>
                  <a:sysClr val="windowText" lastClr="000000"/>
                </a:solidFill>
                <a:latin typeface="Poppins" pitchFamily="2" charset="77"/>
                <a:cs typeface="Poppins" pitchFamily="2" charset="77"/>
              </a:defRPr>
            </a:lvl1pPr>
            <a:lvl2pPr>
              <a:defRPr sz="1600">
                <a:solidFill>
                  <a:sysClr val="windowText" lastClr="000000"/>
                </a:solidFill>
                <a:latin typeface="Poppins" pitchFamily="2" charset="77"/>
                <a:cs typeface="Poppins" pitchFamily="2" charset="77"/>
              </a:defRPr>
            </a:lvl2pPr>
            <a:lvl3pPr>
              <a:defRPr sz="1600">
                <a:solidFill>
                  <a:sysClr val="windowText" lastClr="000000"/>
                </a:solidFill>
                <a:latin typeface="Poppins" pitchFamily="2" charset="77"/>
                <a:cs typeface="Poppins" pitchFamily="2" charset="77"/>
              </a:defRPr>
            </a:lvl3pPr>
            <a:lvl4pPr>
              <a:defRPr sz="1600">
                <a:solidFill>
                  <a:sysClr val="windowText" lastClr="000000"/>
                </a:solidFill>
                <a:latin typeface="Poppins" pitchFamily="2" charset="77"/>
                <a:cs typeface="Poppins" pitchFamily="2" charset="77"/>
              </a:defRPr>
            </a:lvl4pPr>
            <a:lvl5pPr>
              <a:defRPr sz="1600">
                <a:solidFill>
                  <a:sysClr val="windowText" lastClr="000000"/>
                </a:solidFill>
                <a:latin typeface="Poppins" pitchFamily="2" charset="77"/>
                <a:cs typeface="Poppins" pitchFamily="2"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85791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solidFill>
              <a:srgbClr val="3939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27696"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17DC54DB-95BB-5B11-0EB7-75C75C50144D}"/>
              </a:ext>
            </a:extLst>
          </p:cNvPr>
          <p:cNvSpPr>
            <a:spLocks noGrp="1"/>
          </p:cNvSpPr>
          <p:nvPr>
            <p:ph sz="quarter" idx="11" hasCustomPrompt="1"/>
          </p:nvPr>
        </p:nvSpPr>
        <p:spPr>
          <a:xfrm>
            <a:off x="688571" y="1801017"/>
            <a:ext cx="10916282" cy="4267200"/>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1018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ub-Heading +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1" y="789783"/>
            <a:ext cx="10910762"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1F056029-B7F3-482D-9542-950BD72ED04E}"/>
              </a:ext>
            </a:extLst>
          </p:cNvPr>
          <p:cNvSpPr>
            <a:spLocks noGrp="1"/>
          </p:cNvSpPr>
          <p:nvPr>
            <p:ph type="body" sz="quarter" idx="12" hasCustomPrompt="1"/>
          </p:nvPr>
        </p:nvSpPr>
        <p:spPr>
          <a:xfrm>
            <a:off x="688974" y="1811337"/>
            <a:ext cx="10910357" cy="508529"/>
          </a:xfrm>
          <a:prstGeom prst="rect">
            <a:avLst/>
          </a:prstGeom>
        </p:spPr>
        <p:txBody>
          <a:bodyPr anchor="ctr"/>
          <a:lstStyle>
            <a:lvl1pPr>
              <a:defRPr b="1">
                <a:solidFill>
                  <a:srgbClr val="FF8552"/>
                </a:solidFill>
              </a:defRPr>
            </a:lvl1pPr>
          </a:lstStyle>
          <a:p>
            <a:pPr lvl="0"/>
            <a:r>
              <a:rPr lang="en-US"/>
              <a:t>Click to add sub-heading</a:t>
            </a:r>
          </a:p>
        </p:txBody>
      </p:sp>
      <p:sp>
        <p:nvSpPr>
          <p:cNvPr id="4" name="Content Placeholder 3">
            <a:extLst>
              <a:ext uri="{FF2B5EF4-FFF2-40B4-BE49-F238E27FC236}">
                <a16:creationId xmlns:a16="http://schemas.microsoft.com/office/drawing/2014/main" id="{69838072-48A0-51A1-FEF4-E45B5115FC75}"/>
              </a:ext>
            </a:extLst>
          </p:cNvPr>
          <p:cNvSpPr>
            <a:spLocks noGrp="1"/>
          </p:cNvSpPr>
          <p:nvPr>
            <p:ph sz="quarter" idx="11" hasCustomPrompt="1"/>
          </p:nvPr>
        </p:nvSpPr>
        <p:spPr>
          <a:xfrm>
            <a:off x="688571" y="2319865"/>
            <a:ext cx="10916282" cy="374835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9005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975F073F-6731-E070-7EE4-92824BB25454}"/>
              </a:ext>
            </a:extLst>
          </p:cNvPr>
          <p:cNvSpPr>
            <a:spLocks noGrp="1"/>
          </p:cNvSpPr>
          <p:nvPr>
            <p:ph sz="quarter" idx="12" hasCustomPrompt="1"/>
          </p:nvPr>
        </p:nvSpPr>
        <p:spPr>
          <a:xfrm>
            <a:off x="688570"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FF9A5C0D-B311-E613-144B-5291C298462B}"/>
              </a:ext>
            </a:extLst>
          </p:cNvPr>
          <p:cNvSpPr>
            <a:spLocks noGrp="1"/>
          </p:cNvSpPr>
          <p:nvPr>
            <p:ph sz="quarter" idx="13" hasCustomPrompt="1"/>
          </p:nvPr>
        </p:nvSpPr>
        <p:spPr>
          <a:xfrm>
            <a:off x="6282674" y="1981200"/>
            <a:ext cx="5220758"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9128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 Sub-Heading +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9" name="Text Placeholder 8">
            <a:extLst>
              <a:ext uri="{FF2B5EF4-FFF2-40B4-BE49-F238E27FC236}">
                <a16:creationId xmlns:a16="http://schemas.microsoft.com/office/drawing/2014/main" id="{BA49D979-9146-D413-A2FC-68189B78506D}"/>
              </a:ext>
            </a:extLst>
          </p:cNvPr>
          <p:cNvSpPr>
            <a:spLocks noGrp="1"/>
          </p:cNvSpPr>
          <p:nvPr>
            <p:ph type="body" sz="quarter" idx="12" hasCustomPrompt="1"/>
          </p:nvPr>
        </p:nvSpPr>
        <p:spPr>
          <a:xfrm>
            <a:off x="688975"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10" name="Text Placeholder 8">
            <a:extLst>
              <a:ext uri="{FF2B5EF4-FFF2-40B4-BE49-F238E27FC236}">
                <a16:creationId xmlns:a16="http://schemas.microsoft.com/office/drawing/2014/main" id="{95FEDD83-C228-5D86-856B-6D99C5DF40DB}"/>
              </a:ext>
            </a:extLst>
          </p:cNvPr>
          <p:cNvSpPr>
            <a:spLocks noGrp="1"/>
          </p:cNvSpPr>
          <p:nvPr>
            <p:ph type="body" sz="quarter" idx="13" hasCustomPrompt="1"/>
          </p:nvPr>
        </p:nvSpPr>
        <p:spPr>
          <a:xfrm>
            <a:off x="6281736" y="1811338"/>
            <a:ext cx="5221288" cy="406400"/>
          </a:xfrm>
          <a:prstGeom prst="rect">
            <a:avLst/>
          </a:prstGeom>
        </p:spPr>
        <p:txBody>
          <a:bodyPr anchor="ctr"/>
          <a:lstStyle>
            <a:lvl1pPr>
              <a:defRPr b="1">
                <a:solidFill>
                  <a:srgbClr val="FF8552"/>
                </a:solidFill>
              </a:defRPr>
            </a:lvl1pPr>
          </a:lstStyle>
          <a:p>
            <a:pPr lvl="0"/>
            <a:r>
              <a:rPr lang="en-US"/>
              <a:t>Click to add sub-heading</a:t>
            </a:r>
          </a:p>
        </p:txBody>
      </p:sp>
      <p:sp>
        <p:nvSpPr>
          <p:cNvPr id="2" name="Content Placeholder 3">
            <a:extLst>
              <a:ext uri="{FF2B5EF4-FFF2-40B4-BE49-F238E27FC236}">
                <a16:creationId xmlns:a16="http://schemas.microsoft.com/office/drawing/2014/main" id="{D6BCB8A8-BBA3-8E73-3204-0C2AE00FF17D}"/>
              </a:ext>
            </a:extLst>
          </p:cNvPr>
          <p:cNvSpPr>
            <a:spLocks noGrp="1"/>
          </p:cNvSpPr>
          <p:nvPr>
            <p:ph sz="quarter" idx="14" hasCustomPrompt="1"/>
          </p:nvPr>
        </p:nvSpPr>
        <p:spPr>
          <a:xfrm>
            <a:off x="688570" y="2217738"/>
            <a:ext cx="5220758" cy="3895726"/>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D7A3F4A-F659-56AC-A43F-E25646A9BE7A}"/>
              </a:ext>
            </a:extLst>
          </p:cNvPr>
          <p:cNvSpPr>
            <a:spLocks noGrp="1"/>
          </p:cNvSpPr>
          <p:nvPr>
            <p:ph sz="quarter" idx="15" hasCustomPrompt="1"/>
          </p:nvPr>
        </p:nvSpPr>
        <p:spPr>
          <a:xfrm>
            <a:off x="6282265" y="2217736"/>
            <a:ext cx="5220758"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59194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626F6D6B-47FF-6F29-8AF5-98B2E3847056}"/>
              </a:ext>
            </a:extLst>
          </p:cNvPr>
          <p:cNvSpPr>
            <a:spLocks noGrp="1"/>
          </p:cNvSpPr>
          <p:nvPr>
            <p:ph sz="quarter" idx="12" hasCustomPrompt="1"/>
          </p:nvPr>
        </p:nvSpPr>
        <p:spPr>
          <a:xfrm>
            <a:off x="688570"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5DB4D-ACAA-ADEC-91D5-E29CCDDB93EF}"/>
              </a:ext>
            </a:extLst>
          </p:cNvPr>
          <p:cNvSpPr>
            <a:spLocks noGrp="1"/>
          </p:cNvSpPr>
          <p:nvPr>
            <p:ph sz="quarter" idx="14" hasCustomPrompt="1"/>
          </p:nvPr>
        </p:nvSpPr>
        <p:spPr>
          <a:xfrm>
            <a:off x="8297332"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FC0A4B7-CF9A-8A6B-9427-B60E96D17604}"/>
              </a:ext>
            </a:extLst>
          </p:cNvPr>
          <p:cNvSpPr>
            <a:spLocks noGrp="1"/>
          </p:cNvSpPr>
          <p:nvPr>
            <p:ph sz="quarter" idx="15" hasCustomPrompt="1"/>
          </p:nvPr>
        </p:nvSpPr>
        <p:spPr>
          <a:xfrm>
            <a:off x="4492951" y="1981200"/>
            <a:ext cx="3205691" cy="413226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8876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 Sub-Heading + Three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4B30549E-0796-5A97-919A-00EAB5F1FE04}"/>
              </a:ext>
            </a:extLst>
          </p:cNvPr>
          <p:cNvSpPr>
            <a:spLocks noGrp="1"/>
          </p:cNvSpPr>
          <p:nvPr>
            <p:ph type="body" sz="quarter" idx="12" hasCustomPrompt="1"/>
          </p:nvPr>
        </p:nvSpPr>
        <p:spPr>
          <a:xfrm>
            <a:off x="68897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B581A80F-99FF-A666-AB5C-08EBCDD4AADE}"/>
              </a:ext>
            </a:extLst>
          </p:cNvPr>
          <p:cNvSpPr>
            <a:spLocks noGrp="1"/>
          </p:cNvSpPr>
          <p:nvPr>
            <p:ph type="body" sz="quarter" idx="15" hasCustomPrompt="1"/>
          </p:nvPr>
        </p:nvSpPr>
        <p:spPr>
          <a:xfrm>
            <a:off x="4492950" y="1814825"/>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B9440AC6-411A-C433-635D-3801D764362F}"/>
              </a:ext>
            </a:extLst>
          </p:cNvPr>
          <p:cNvSpPr>
            <a:spLocks noGrp="1"/>
          </p:cNvSpPr>
          <p:nvPr>
            <p:ph type="body" sz="quarter" idx="16" hasCustomPrompt="1"/>
          </p:nvPr>
        </p:nvSpPr>
        <p:spPr>
          <a:xfrm>
            <a:off x="8296925" y="1862666"/>
            <a:ext cx="3205691" cy="355071"/>
          </a:xfrm>
          <a:prstGeom prst="rect">
            <a:avLst/>
          </a:prstGeom>
        </p:spPr>
        <p:txBody>
          <a:bodyPr anchor="ctr"/>
          <a:lstStyle>
            <a:lvl1pPr>
              <a:defRPr sz="1800"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EA3E88EC-4FD8-8E3E-ACD6-1665A1B3D043}"/>
              </a:ext>
            </a:extLst>
          </p:cNvPr>
          <p:cNvSpPr>
            <a:spLocks noGrp="1"/>
          </p:cNvSpPr>
          <p:nvPr>
            <p:ph sz="quarter" idx="17" hasCustomPrompt="1"/>
          </p:nvPr>
        </p:nvSpPr>
        <p:spPr>
          <a:xfrm>
            <a:off x="68857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9D8BD0B8-6125-ED99-1A73-3BE457AD5948}"/>
              </a:ext>
            </a:extLst>
          </p:cNvPr>
          <p:cNvSpPr>
            <a:spLocks noGrp="1"/>
          </p:cNvSpPr>
          <p:nvPr>
            <p:ph sz="quarter" idx="18" hasCustomPrompt="1"/>
          </p:nvPr>
        </p:nvSpPr>
        <p:spPr>
          <a:xfrm>
            <a:off x="449295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4731CCED-3B8C-9958-C3F9-4CFFAA52537E}"/>
              </a:ext>
            </a:extLst>
          </p:cNvPr>
          <p:cNvSpPr>
            <a:spLocks noGrp="1"/>
          </p:cNvSpPr>
          <p:nvPr>
            <p:ph sz="quarter" idx="19" hasCustomPrompt="1"/>
          </p:nvPr>
        </p:nvSpPr>
        <p:spPr>
          <a:xfrm>
            <a:off x="8296520" y="2217736"/>
            <a:ext cx="3205691" cy="3895727"/>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9996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Content Placeholder 3">
            <a:extLst>
              <a:ext uri="{FF2B5EF4-FFF2-40B4-BE49-F238E27FC236}">
                <a16:creationId xmlns:a16="http://schemas.microsoft.com/office/drawing/2014/main" id="{09B7D0F4-B3AD-F806-6951-61C7C331F578}"/>
              </a:ext>
            </a:extLst>
          </p:cNvPr>
          <p:cNvSpPr>
            <a:spLocks noGrp="1"/>
          </p:cNvSpPr>
          <p:nvPr>
            <p:ph sz="quarter" idx="17" hasCustomPrompt="1"/>
          </p:nvPr>
        </p:nvSpPr>
        <p:spPr>
          <a:xfrm>
            <a:off x="688570" y="1981200"/>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EE544C14-1D03-AED5-9881-AA5FC8B04D70}"/>
              </a:ext>
            </a:extLst>
          </p:cNvPr>
          <p:cNvSpPr>
            <a:spLocks noGrp="1"/>
          </p:cNvSpPr>
          <p:nvPr>
            <p:ph sz="quarter" idx="18" hasCustomPrompt="1"/>
          </p:nvPr>
        </p:nvSpPr>
        <p:spPr>
          <a:xfrm>
            <a:off x="355559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0AF765E6-5323-792F-6962-64E504304B30}"/>
              </a:ext>
            </a:extLst>
          </p:cNvPr>
          <p:cNvSpPr>
            <a:spLocks noGrp="1"/>
          </p:cNvSpPr>
          <p:nvPr>
            <p:ph sz="quarter" idx="19" hasCustomPrompt="1"/>
          </p:nvPr>
        </p:nvSpPr>
        <p:spPr>
          <a:xfrm>
            <a:off x="9211732" y="198119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FAB084AF-27D5-1779-F982-B26B31DD4CC8}"/>
              </a:ext>
            </a:extLst>
          </p:cNvPr>
          <p:cNvSpPr>
            <a:spLocks noGrp="1"/>
          </p:cNvSpPr>
          <p:nvPr>
            <p:ph sz="quarter" idx="20" hasCustomPrompt="1"/>
          </p:nvPr>
        </p:nvSpPr>
        <p:spPr>
          <a:xfrm>
            <a:off x="6344710" y="1989219"/>
            <a:ext cx="2291291" cy="4132263"/>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29237528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Sub-Heading +  Four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0814453" cy="876132"/>
          </a:xfrm>
        </p:spPr>
        <p:txBody>
          <a:bodyPr>
            <a:normAutofit/>
          </a:bodyPr>
          <a:lstStyle>
            <a:lvl1pPr algn="l">
              <a:defRPr sz="3200"/>
            </a:lvl1pPr>
          </a:lstStyle>
          <a:p>
            <a:r>
              <a:rPr lang="en-US"/>
              <a:t>CLICK TO ADD TITLE</a:t>
            </a:r>
          </a:p>
        </p:txBody>
      </p:sp>
      <p:sp>
        <p:nvSpPr>
          <p:cNvPr id="2" name="Text Placeholder 8">
            <a:extLst>
              <a:ext uri="{FF2B5EF4-FFF2-40B4-BE49-F238E27FC236}">
                <a16:creationId xmlns:a16="http://schemas.microsoft.com/office/drawing/2014/main" id="{A80E464D-5342-A52D-F498-615717ED206D}"/>
              </a:ext>
            </a:extLst>
          </p:cNvPr>
          <p:cNvSpPr>
            <a:spLocks noGrp="1"/>
          </p:cNvSpPr>
          <p:nvPr>
            <p:ph type="body" sz="quarter" idx="14" hasCustomPrompt="1"/>
          </p:nvPr>
        </p:nvSpPr>
        <p:spPr>
          <a:xfrm>
            <a:off x="688975" y="1862666"/>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4" name="Text Placeholder 8">
            <a:extLst>
              <a:ext uri="{FF2B5EF4-FFF2-40B4-BE49-F238E27FC236}">
                <a16:creationId xmlns:a16="http://schemas.microsoft.com/office/drawing/2014/main" id="{3BF02568-DE2C-B455-61C9-D693B342083A}"/>
              </a:ext>
            </a:extLst>
          </p:cNvPr>
          <p:cNvSpPr>
            <a:spLocks noGrp="1"/>
          </p:cNvSpPr>
          <p:nvPr>
            <p:ph type="body" sz="quarter" idx="15" hasCustomPrompt="1"/>
          </p:nvPr>
        </p:nvSpPr>
        <p:spPr>
          <a:xfrm>
            <a:off x="3555998" y="1866830"/>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5" name="Text Placeholder 8">
            <a:extLst>
              <a:ext uri="{FF2B5EF4-FFF2-40B4-BE49-F238E27FC236}">
                <a16:creationId xmlns:a16="http://schemas.microsoft.com/office/drawing/2014/main" id="{0A571BBB-AA17-8469-C37F-35A7925A22BC}"/>
              </a:ext>
            </a:extLst>
          </p:cNvPr>
          <p:cNvSpPr>
            <a:spLocks noGrp="1"/>
          </p:cNvSpPr>
          <p:nvPr>
            <p:ph type="body" sz="quarter" idx="16" hasCustomPrompt="1"/>
          </p:nvPr>
        </p:nvSpPr>
        <p:spPr>
          <a:xfrm>
            <a:off x="634744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6" name="Text Placeholder 8">
            <a:extLst>
              <a:ext uri="{FF2B5EF4-FFF2-40B4-BE49-F238E27FC236}">
                <a16:creationId xmlns:a16="http://schemas.microsoft.com/office/drawing/2014/main" id="{EA7DBE22-DA59-C911-6EA7-94916E184267}"/>
              </a:ext>
            </a:extLst>
          </p:cNvPr>
          <p:cNvSpPr>
            <a:spLocks noGrp="1"/>
          </p:cNvSpPr>
          <p:nvPr>
            <p:ph type="body" sz="quarter" idx="17" hasCustomPrompt="1"/>
          </p:nvPr>
        </p:nvSpPr>
        <p:spPr>
          <a:xfrm>
            <a:off x="9211732" y="1870994"/>
            <a:ext cx="2867023" cy="372534"/>
          </a:xfrm>
          <a:prstGeom prst="rect">
            <a:avLst/>
          </a:prstGeom>
        </p:spPr>
        <p:txBody>
          <a:bodyPr anchor="ctr"/>
          <a:lstStyle>
            <a:lvl1pPr>
              <a:defRPr sz="1600" b="1">
                <a:solidFill>
                  <a:srgbClr val="FF8552"/>
                </a:solidFill>
              </a:defRPr>
            </a:lvl1pPr>
          </a:lstStyle>
          <a:p>
            <a:pPr lvl="0"/>
            <a:r>
              <a:rPr lang="en-US"/>
              <a:t>Click to add sub-heading</a:t>
            </a:r>
          </a:p>
        </p:txBody>
      </p:sp>
      <p:sp>
        <p:nvSpPr>
          <p:cNvPr id="8" name="Content Placeholder 3">
            <a:extLst>
              <a:ext uri="{FF2B5EF4-FFF2-40B4-BE49-F238E27FC236}">
                <a16:creationId xmlns:a16="http://schemas.microsoft.com/office/drawing/2014/main" id="{A1F15A62-F484-C6DE-80F5-8CDD92FFC993}"/>
              </a:ext>
            </a:extLst>
          </p:cNvPr>
          <p:cNvSpPr>
            <a:spLocks noGrp="1"/>
          </p:cNvSpPr>
          <p:nvPr>
            <p:ph sz="quarter" idx="18" hasCustomPrompt="1"/>
          </p:nvPr>
        </p:nvSpPr>
        <p:spPr>
          <a:xfrm>
            <a:off x="688570" y="2235201"/>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2" name="Content Placeholder 3">
            <a:extLst>
              <a:ext uri="{FF2B5EF4-FFF2-40B4-BE49-F238E27FC236}">
                <a16:creationId xmlns:a16="http://schemas.microsoft.com/office/drawing/2014/main" id="{90EAC0EA-0F0C-1B0D-D807-E224EE4964F2}"/>
              </a:ext>
            </a:extLst>
          </p:cNvPr>
          <p:cNvSpPr>
            <a:spLocks noGrp="1"/>
          </p:cNvSpPr>
          <p:nvPr>
            <p:ph sz="quarter" idx="19" hasCustomPrompt="1"/>
          </p:nvPr>
        </p:nvSpPr>
        <p:spPr>
          <a:xfrm>
            <a:off x="355559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3" name="Content Placeholder 3">
            <a:extLst>
              <a:ext uri="{FF2B5EF4-FFF2-40B4-BE49-F238E27FC236}">
                <a16:creationId xmlns:a16="http://schemas.microsoft.com/office/drawing/2014/main" id="{F3B4D93D-254D-7D03-F4D9-93FA44EA96E8}"/>
              </a:ext>
            </a:extLst>
          </p:cNvPr>
          <p:cNvSpPr>
            <a:spLocks noGrp="1"/>
          </p:cNvSpPr>
          <p:nvPr>
            <p:ph sz="quarter" idx="20" hasCustomPrompt="1"/>
          </p:nvPr>
        </p:nvSpPr>
        <p:spPr>
          <a:xfrm>
            <a:off x="9211732" y="223520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
        <p:nvSpPr>
          <p:cNvPr id="14" name="Content Placeholder 3">
            <a:extLst>
              <a:ext uri="{FF2B5EF4-FFF2-40B4-BE49-F238E27FC236}">
                <a16:creationId xmlns:a16="http://schemas.microsoft.com/office/drawing/2014/main" id="{A88FFBB0-2C5F-3A47-31C3-29E47B123A1F}"/>
              </a:ext>
            </a:extLst>
          </p:cNvPr>
          <p:cNvSpPr>
            <a:spLocks noGrp="1"/>
          </p:cNvSpPr>
          <p:nvPr>
            <p:ph sz="quarter" idx="21" hasCustomPrompt="1"/>
          </p:nvPr>
        </p:nvSpPr>
        <p:spPr>
          <a:xfrm>
            <a:off x="6344710" y="2243220"/>
            <a:ext cx="2291291" cy="3878262"/>
          </a:xfrm>
          <a:prstGeom prst="rect">
            <a:avLst/>
          </a:prstGeom>
        </p:spPr>
        <p:txBody>
          <a:bodyPr/>
          <a:lstStyle>
            <a:lvl1pPr>
              <a:defRPr sz="1600">
                <a:latin typeface="Poppins" pitchFamily="2" charset="77"/>
                <a:cs typeface="Poppins" pitchFamily="2" charset="77"/>
              </a:defRPr>
            </a:lvl1pPr>
            <a:lvl2pPr>
              <a:defRPr sz="1400">
                <a:latin typeface="Poppins" pitchFamily="2" charset="77"/>
                <a:cs typeface="Poppins" pitchFamily="2" charset="77"/>
              </a:defRPr>
            </a:lvl2pPr>
            <a:lvl3pPr>
              <a:defRPr sz="14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9625089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39393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Content Placeholder 3">
            <a:extLst>
              <a:ext uri="{FF2B5EF4-FFF2-40B4-BE49-F238E27FC236}">
                <a16:creationId xmlns:a16="http://schemas.microsoft.com/office/drawing/2014/main" id="{44F51DE8-59AE-C0C2-98DC-8BA094E581A8}"/>
              </a:ext>
            </a:extLst>
          </p:cNvPr>
          <p:cNvSpPr>
            <a:spLocks noGrp="1"/>
          </p:cNvSpPr>
          <p:nvPr>
            <p:ph sz="quarter" idx="17" hasCustomPrompt="1"/>
          </p:nvPr>
        </p:nvSpPr>
        <p:spPr>
          <a:xfrm>
            <a:off x="688570" y="1733802"/>
            <a:ext cx="7754820"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54838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ub-Heading +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39393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2" name="Text Placeholder 8">
            <a:extLst>
              <a:ext uri="{FF2B5EF4-FFF2-40B4-BE49-F238E27FC236}">
                <a16:creationId xmlns:a16="http://schemas.microsoft.com/office/drawing/2014/main" id="{913F2A2A-3B52-CDBF-DB10-FD881B6BDC7F}"/>
              </a:ext>
            </a:extLst>
          </p:cNvPr>
          <p:cNvSpPr>
            <a:spLocks noGrp="1"/>
          </p:cNvSpPr>
          <p:nvPr>
            <p:ph type="body" sz="quarter" idx="12" hasCustomPrompt="1"/>
          </p:nvPr>
        </p:nvSpPr>
        <p:spPr>
          <a:xfrm>
            <a:off x="688975" y="1811338"/>
            <a:ext cx="7672704" cy="406400"/>
          </a:xfrm>
          <a:prstGeom prst="rect">
            <a:avLst/>
          </a:prstGeom>
        </p:spPr>
        <p:txBody>
          <a:bodyPr anchor="ctr"/>
          <a:lstStyle>
            <a:lvl1pPr>
              <a:defRPr b="1">
                <a:solidFill>
                  <a:srgbClr val="FF8552"/>
                </a:solidFill>
              </a:defRPr>
            </a:lvl1pPr>
          </a:lstStyle>
          <a:p>
            <a:pPr lvl="0"/>
            <a:r>
              <a:rPr lang="en-US"/>
              <a:t>Click to add sub-heading</a:t>
            </a:r>
          </a:p>
        </p:txBody>
      </p:sp>
      <p:sp>
        <p:nvSpPr>
          <p:cNvPr id="6" name="Content Placeholder 3">
            <a:extLst>
              <a:ext uri="{FF2B5EF4-FFF2-40B4-BE49-F238E27FC236}">
                <a16:creationId xmlns:a16="http://schemas.microsoft.com/office/drawing/2014/main" id="{4DD2F942-F90C-8DBB-83DA-4C15C3B12C44}"/>
              </a:ext>
            </a:extLst>
          </p:cNvPr>
          <p:cNvSpPr>
            <a:spLocks noGrp="1"/>
          </p:cNvSpPr>
          <p:nvPr>
            <p:ph sz="quarter" idx="17" hasCustomPrompt="1"/>
          </p:nvPr>
        </p:nvSpPr>
        <p:spPr>
          <a:xfrm>
            <a:off x="688570" y="2217738"/>
            <a:ext cx="7754820" cy="3895725"/>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8778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39393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Content Placeholder 3">
            <a:extLst>
              <a:ext uri="{FF2B5EF4-FFF2-40B4-BE49-F238E27FC236}">
                <a16:creationId xmlns:a16="http://schemas.microsoft.com/office/drawing/2014/main" id="{02D60A1C-E2FE-1A03-A1CC-8BFE867A15B1}"/>
              </a:ext>
            </a:extLst>
          </p:cNvPr>
          <p:cNvSpPr>
            <a:spLocks noGrp="1"/>
          </p:cNvSpPr>
          <p:nvPr>
            <p:ph sz="quarter" idx="17" hasCustomPrompt="1"/>
          </p:nvPr>
        </p:nvSpPr>
        <p:spPr>
          <a:xfrm>
            <a:off x="688570" y="1733802"/>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467A4658-D4F8-4865-6FF3-A22420B99CC9}"/>
              </a:ext>
            </a:extLst>
          </p:cNvPr>
          <p:cNvSpPr>
            <a:spLocks noGrp="1"/>
          </p:cNvSpPr>
          <p:nvPr>
            <p:ph sz="quarter" idx="18" hasCustomPrompt="1"/>
          </p:nvPr>
        </p:nvSpPr>
        <p:spPr>
          <a:xfrm>
            <a:off x="4638270" y="1733801"/>
            <a:ext cx="3572783" cy="4379661"/>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37939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Sub-Heading + Two Content + Callout">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69B77B4-5E92-6AA0-B035-808A37ED22EB}"/>
              </a:ext>
            </a:extLst>
          </p:cNvPr>
          <p:cNvSpPr/>
          <p:nvPr userDrawn="1"/>
        </p:nvSpPr>
        <p:spPr>
          <a:xfrm>
            <a:off x="8535496" y="1846262"/>
            <a:ext cx="3270424" cy="4270248"/>
          </a:xfrm>
          <a:prstGeom prst="roundRect">
            <a:avLst/>
          </a:prstGeom>
          <a:solidFill>
            <a:srgbClr val="39393A">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C4E174-D9DB-4E65-92C2-0E411DED557F}"/>
              </a:ext>
            </a:extLst>
          </p:cNvPr>
          <p:cNvSpPr/>
          <p:nvPr userDrawn="1"/>
        </p:nvSpPr>
        <p:spPr>
          <a:xfrm>
            <a:off x="0" y="493296"/>
            <a:ext cx="12192000" cy="228600"/>
          </a:xfrm>
          <a:prstGeom prst="rect">
            <a:avLst/>
          </a:prstGeom>
          <a:solidFill>
            <a:srgbClr val="3939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F3C1214C-1264-D2C0-6937-9137CCBB4AF5}"/>
              </a:ext>
            </a:extLst>
          </p:cNvPr>
          <p:cNvSpPr>
            <a:spLocks noGrp="1"/>
          </p:cNvSpPr>
          <p:nvPr>
            <p:ph type="title" hasCustomPrompt="1"/>
          </p:nvPr>
        </p:nvSpPr>
        <p:spPr>
          <a:xfrm>
            <a:off x="688570" y="789783"/>
            <a:ext cx="11025243" cy="876132"/>
          </a:xfrm>
        </p:spPr>
        <p:txBody>
          <a:bodyPr>
            <a:normAutofit/>
          </a:bodyPr>
          <a:lstStyle>
            <a:lvl1pPr algn="l">
              <a:defRPr sz="3200"/>
            </a:lvl1pPr>
          </a:lstStyle>
          <a:p>
            <a:r>
              <a:rPr lang="en-US"/>
              <a:t>CLICK TO ADD TITLE</a:t>
            </a:r>
          </a:p>
        </p:txBody>
      </p:sp>
      <p:sp>
        <p:nvSpPr>
          <p:cNvPr id="4" name="Content Placeholder 3">
            <a:extLst>
              <a:ext uri="{FF2B5EF4-FFF2-40B4-BE49-F238E27FC236}">
                <a16:creationId xmlns:a16="http://schemas.microsoft.com/office/drawing/2014/main" id="{2B025440-B568-4355-0EA8-3CC33BD64135}"/>
              </a:ext>
            </a:extLst>
          </p:cNvPr>
          <p:cNvSpPr>
            <a:spLocks noGrp="1"/>
          </p:cNvSpPr>
          <p:nvPr>
            <p:ph sz="quarter" idx="11" hasCustomPrompt="1"/>
          </p:nvPr>
        </p:nvSpPr>
        <p:spPr>
          <a:xfrm>
            <a:off x="8659178" y="1940559"/>
            <a:ext cx="3054636" cy="4043681"/>
          </a:xfrm>
          <a:prstGeom prst="rect">
            <a:avLst/>
          </a:prstGeom>
        </p:spPr>
        <p:txBody>
          <a:bodyPr/>
          <a:lstStyle>
            <a:lvl1pPr>
              <a:defRPr sz="1600" b="1">
                <a:solidFill>
                  <a:schemeClr val="tx1">
                    <a:lumMod val="95000"/>
                    <a:lumOff val="5000"/>
                  </a:schemeClr>
                </a:solidFill>
              </a:defRPr>
            </a:lvl1pPr>
          </a:lstStyle>
          <a:p>
            <a:pPr lvl="0"/>
            <a:r>
              <a:rPr lang="en-US"/>
              <a:t>Click to add text</a:t>
            </a:r>
          </a:p>
        </p:txBody>
      </p:sp>
      <p:sp>
        <p:nvSpPr>
          <p:cNvPr id="6" name="Text Placeholder 8">
            <a:extLst>
              <a:ext uri="{FF2B5EF4-FFF2-40B4-BE49-F238E27FC236}">
                <a16:creationId xmlns:a16="http://schemas.microsoft.com/office/drawing/2014/main" id="{A15EE034-DCC4-8DB3-571D-030DB2FE42B9}"/>
              </a:ext>
            </a:extLst>
          </p:cNvPr>
          <p:cNvSpPr>
            <a:spLocks noGrp="1"/>
          </p:cNvSpPr>
          <p:nvPr>
            <p:ph type="body" sz="quarter" idx="13" hasCustomPrompt="1"/>
          </p:nvPr>
        </p:nvSpPr>
        <p:spPr>
          <a:xfrm>
            <a:off x="688570"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8" name="Text Placeholder 8">
            <a:extLst>
              <a:ext uri="{FF2B5EF4-FFF2-40B4-BE49-F238E27FC236}">
                <a16:creationId xmlns:a16="http://schemas.microsoft.com/office/drawing/2014/main" id="{C28CEAEA-2ECB-CAD5-34AC-0AFC19EE01FB}"/>
              </a:ext>
            </a:extLst>
          </p:cNvPr>
          <p:cNvSpPr>
            <a:spLocks noGrp="1"/>
          </p:cNvSpPr>
          <p:nvPr>
            <p:ph type="body" sz="quarter" idx="14" hasCustomPrompt="1"/>
          </p:nvPr>
        </p:nvSpPr>
        <p:spPr>
          <a:xfrm>
            <a:off x="4612235" y="1733802"/>
            <a:ext cx="3572783" cy="406400"/>
          </a:xfrm>
          <a:prstGeom prst="rect">
            <a:avLst/>
          </a:prstGeom>
        </p:spPr>
        <p:txBody>
          <a:bodyPr anchor="ctr"/>
          <a:lstStyle>
            <a:lvl1pPr>
              <a:defRPr b="1">
                <a:solidFill>
                  <a:srgbClr val="FF8552"/>
                </a:solidFill>
              </a:defRPr>
            </a:lvl1pPr>
          </a:lstStyle>
          <a:p>
            <a:pPr lvl="0"/>
            <a:r>
              <a:rPr lang="en-US"/>
              <a:t>Click to add sub-heading</a:t>
            </a:r>
          </a:p>
        </p:txBody>
      </p:sp>
      <p:sp>
        <p:nvSpPr>
          <p:cNvPr id="9" name="Content Placeholder 3">
            <a:extLst>
              <a:ext uri="{FF2B5EF4-FFF2-40B4-BE49-F238E27FC236}">
                <a16:creationId xmlns:a16="http://schemas.microsoft.com/office/drawing/2014/main" id="{B2A87F26-C02E-0CB8-F483-78D4180318B7}"/>
              </a:ext>
            </a:extLst>
          </p:cNvPr>
          <p:cNvSpPr>
            <a:spLocks noGrp="1"/>
          </p:cNvSpPr>
          <p:nvPr>
            <p:ph sz="quarter" idx="17" hasCustomPrompt="1"/>
          </p:nvPr>
        </p:nvSpPr>
        <p:spPr>
          <a:xfrm>
            <a:off x="688570" y="2208089"/>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72DE706D-C4B3-86C2-939C-A49B68908652}"/>
              </a:ext>
            </a:extLst>
          </p:cNvPr>
          <p:cNvSpPr>
            <a:spLocks noGrp="1"/>
          </p:cNvSpPr>
          <p:nvPr>
            <p:ph sz="quarter" idx="18" hasCustomPrompt="1"/>
          </p:nvPr>
        </p:nvSpPr>
        <p:spPr>
          <a:xfrm>
            <a:off x="4638270" y="2208088"/>
            <a:ext cx="3572783" cy="3905374"/>
          </a:xfrm>
          <a:prstGeom prst="rect">
            <a:avLst/>
          </a:prstGeom>
        </p:spPr>
        <p:txBody>
          <a:bodyPr/>
          <a:lstStyle>
            <a:lvl1pPr>
              <a:defRPr sz="1800">
                <a:latin typeface="Poppins" pitchFamily="2" charset="77"/>
                <a:cs typeface="Poppins" pitchFamily="2" charset="77"/>
              </a:defRPr>
            </a:lvl1pPr>
            <a:lvl2pPr>
              <a:defRPr sz="1600">
                <a:latin typeface="Poppins" pitchFamily="2" charset="77"/>
                <a:cs typeface="Poppins" pitchFamily="2" charset="77"/>
              </a:defRPr>
            </a:lvl2pPr>
            <a:lvl3pPr>
              <a:defRPr sz="1600">
                <a:latin typeface="Poppins" pitchFamily="2" charset="77"/>
                <a:cs typeface="Poppins" pitchFamily="2" charset="77"/>
              </a:defRPr>
            </a:lvl3pPr>
            <a:lvl4pPr>
              <a:defRPr sz="1600">
                <a:latin typeface="Poppins" pitchFamily="2" charset="77"/>
                <a:cs typeface="Poppins" pitchFamily="2" charset="77"/>
              </a:defRPr>
            </a:lvl4pPr>
            <a:lvl5pPr>
              <a:defRPr sz="1600">
                <a:latin typeface="Poppins" pitchFamily="2" charset="77"/>
                <a:cs typeface="Poppins" pitchFamily="2" charset="77"/>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08192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theme" Target="../theme/theme2.xml"/><Relationship Id="rId16"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theme" Target="../theme/theme3.xml"/><Relationship Id="rId16"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slideLayout" Target="../slideLayouts/slideLayout56.xml"/><Relationship Id="rId15" Type="http://schemas.openxmlformats.org/officeDocument/2006/relationships/theme" Target="../theme/theme4.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DCB3E7-F1B4-FF9A-09FB-7BC7799F0C18}"/>
              </a:ext>
            </a:extLst>
          </p:cNvPr>
          <p:cNvSpPr>
            <a:spLocks noGrp="1"/>
          </p:cNvSpPr>
          <p:nvPr>
            <p:ph type="title"/>
          </p:nvPr>
        </p:nvSpPr>
        <p:spPr>
          <a:xfrm>
            <a:off x="928352" y="1962106"/>
            <a:ext cx="10515600" cy="1325563"/>
          </a:xfrm>
          <a:prstGeom prst="rect">
            <a:avLst/>
          </a:prstGeom>
        </p:spPr>
        <p:txBody>
          <a:bodyPr vert="horz" lIns="91440" tIns="45720" rIns="91440" bIns="45720" rtlCol="0" anchor="b">
            <a:normAutofit/>
          </a:bodyPr>
          <a:lstStyle/>
          <a:p>
            <a:r>
              <a:rPr lang="en-US"/>
              <a:t>CLICK TO ADD TITLE</a:t>
            </a:r>
          </a:p>
        </p:txBody>
      </p:sp>
      <p:sp>
        <p:nvSpPr>
          <p:cNvPr id="7" name="Rectangle 6">
            <a:extLst>
              <a:ext uri="{FF2B5EF4-FFF2-40B4-BE49-F238E27FC236}">
                <a16:creationId xmlns:a16="http://schemas.microsoft.com/office/drawing/2014/main" id="{0CB55A9F-2E06-2EDB-649F-798C8872DFAD}"/>
              </a:ext>
            </a:extLst>
          </p:cNvPr>
          <p:cNvSpPr/>
          <p:nvPr userDrawn="1"/>
        </p:nvSpPr>
        <p:spPr>
          <a:xfrm>
            <a:off x="0" y="493296"/>
            <a:ext cx="12192000" cy="228600"/>
          </a:xfrm>
          <a:prstGeom prst="rect">
            <a:avLst/>
          </a:prstGeom>
          <a:solidFill>
            <a:srgbClr val="FF85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6A597C9-9C25-2AB5-F4DA-19E662A0BED9}"/>
              </a:ext>
              <a:ext uri="{C183D7F6-B498-43B3-948B-1728B52AA6E4}">
                <adec:decorative xmlns:adec="http://schemas.microsoft.com/office/drawing/2017/decorative" val="1"/>
              </a:ext>
            </a:extLst>
          </p:cNvPr>
          <p:cNvPicPr>
            <a:picLocks noChangeAspect="1"/>
          </p:cNvPicPr>
          <p:nvPr userDrawn="1"/>
        </p:nvPicPr>
        <p:blipFill rotWithShape="1">
          <a:blip r:embed="rId16"/>
          <a:srcRect l="9404" t="32001" b="34692"/>
          <a:stretch/>
        </p:blipFill>
        <p:spPr>
          <a:xfrm>
            <a:off x="10263188" y="6190900"/>
            <a:ext cx="1814513" cy="667100"/>
          </a:xfrm>
          <a:prstGeom prst="rect">
            <a:avLst/>
          </a:prstGeom>
        </p:spPr>
      </p:pic>
      <p:sp>
        <p:nvSpPr>
          <p:cNvPr id="9" name="Date Placeholder 8">
            <a:extLst>
              <a:ext uri="{FF2B5EF4-FFF2-40B4-BE49-F238E27FC236}">
                <a16:creationId xmlns:a16="http://schemas.microsoft.com/office/drawing/2014/main" id="{8203C73E-438F-0069-3127-C4FD85272D65}"/>
              </a:ext>
            </a:extLst>
          </p:cNvPr>
          <p:cNvSpPr>
            <a:spLocks noGrp="1"/>
          </p:cNvSpPr>
          <p:nvPr>
            <p:ph type="dt" sz="half" idx="2"/>
          </p:nvPr>
        </p:nvSpPr>
        <p:spPr>
          <a:xfrm>
            <a:off x="928352" y="3448944"/>
            <a:ext cx="2743200" cy="365125"/>
          </a:xfrm>
          <a:prstGeom prst="rect">
            <a:avLst/>
          </a:prstGeom>
        </p:spPr>
        <p:txBody>
          <a:bodyPr vert="horz" lIns="91440" tIns="45720" rIns="91440" bIns="45720" rtlCol="0" anchor="ctr"/>
          <a:lstStyle>
            <a:lvl1pPr algn="l">
              <a:defRPr sz="2000">
                <a:solidFill>
                  <a:schemeClr val="tx1"/>
                </a:solidFill>
                <a:latin typeface="Poppins" pitchFamily="2" charset="77"/>
                <a:cs typeface="Poppins" pitchFamily="2" charset="77"/>
              </a:defRPr>
            </a:lvl1pPr>
          </a:lstStyle>
          <a:p>
            <a:r>
              <a:rPr lang="en-US"/>
              <a:t>CLICK TO ADD DATE</a:t>
            </a:r>
          </a:p>
        </p:txBody>
      </p:sp>
    </p:spTree>
    <p:extLst>
      <p:ext uri="{BB962C8B-B14F-4D97-AF65-F5344CB8AC3E}">
        <p14:creationId xmlns:p14="http://schemas.microsoft.com/office/powerpoint/2010/main" val="1518736563"/>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660" r:id="rId3"/>
    <p:sldLayoutId id="2147483664" r:id="rId4"/>
    <p:sldLayoutId id="2147483663" r:id="rId5"/>
    <p:sldLayoutId id="2147483662" r:id="rId6"/>
    <p:sldLayoutId id="2147483665" r:id="rId7"/>
    <p:sldLayoutId id="2147483666" r:id="rId8"/>
    <p:sldLayoutId id="2147483667" r:id="rId9"/>
    <p:sldLayoutId id="2147483668" r:id="rId10"/>
    <p:sldLayoutId id="2147483661" r:id="rId11"/>
    <p:sldLayoutId id="2147483670" r:id="rId12"/>
    <p:sldLayoutId id="2147483669" r:id="rId13"/>
    <p:sldLayoutId id="2147483671" r:id="rId14"/>
  </p:sldLayoutIdLst>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DCB3E7-F1B4-FF9A-09FB-7BC7799F0C18}"/>
              </a:ext>
            </a:extLst>
          </p:cNvPr>
          <p:cNvSpPr>
            <a:spLocks noGrp="1"/>
          </p:cNvSpPr>
          <p:nvPr>
            <p:ph type="title"/>
          </p:nvPr>
        </p:nvSpPr>
        <p:spPr>
          <a:xfrm>
            <a:off x="928352" y="1962106"/>
            <a:ext cx="10515600" cy="1325563"/>
          </a:xfrm>
          <a:prstGeom prst="rect">
            <a:avLst/>
          </a:prstGeom>
        </p:spPr>
        <p:txBody>
          <a:bodyPr vert="horz" lIns="91440" tIns="45720" rIns="91440" bIns="45720" rtlCol="0" anchor="b">
            <a:normAutofit/>
          </a:bodyPr>
          <a:lstStyle/>
          <a:p>
            <a:r>
              <a:rPr lang="en-US"/>
              <a:t>CLICK TO ADD TITLE</a:t>
            </a:r>
          </a:p>
        </p:txBody>
      </p:sp>
      <p:sp>
        <p:nvSpPr>
          <p:cNvPr id="7" name="Rectangle 6">
            <a:extLst>
              <a:ext uri="{FF2B5EF4-FFF2-40B4-BE49-F238E27FC236}">
                <a16:creationId xmlns:a16="http://schemas.microsoft.com/office/drawing/2014/main" id="{0CB55A9F-2E06-2EDB-649F-798C8872DFAD}"/>
              </a:ext>
            </a:extLst>
          </p:cNvPr>
          <p:cNvSpPr/>
          <p:nvPr userDrawn="1"/>
        </p:nvSpPr>
        <p:spPr>
          <a:xfrm>
            <a:off x="0" y="493296"/>
            <a:ext cx="12192000" cy="228600"/>
          </a:xfrm>
          <a:prstGeom prst="rect">
            <a:avLst/>
          </a:prstGeom>
          <a:solidFill>
            <a:srgbClr val="E9D758"/>
          </a:solidFill>
          <a:ln>
            <a:solidFill>
              <a:srgbClr val="E9D7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6A597C9-9C25-2AB5-F4DA-19E662A0BED9}"/>
              </a:ext>
              <a:ext uri="{C183D7F6-B498-43B3-948B-1728B52AA6E4}">
                <adec:decorative xmlns:adec="http://schemas.microsoft.com/office/drawing/2017/decorative" val="1"/>
              </a:ext>
            </a:extLst>
          </p:cNvPr>
          <p:cNvPicPr>
            <a:picLocks noChangeAspect="1"/>
          </p:cNvPicPr>
          <p:nvPr userDrawn="1"/>
        </p:nvPicPr>
        <p:blipFill rotWithShape="1">
          <a:blip r:embed="rId16"/>
          <a:srcRect l="9404" t="32001" b="34692"/>
          <a:stretch/>
        </p:blipFill>
        <p:spPr>
          <a:xfrm>
            <a:off x="10263188" y="6190900"/>
            <a:ext cx="1814513" cy="667100"/>
          </a:xfrm>
          <a:prstGeom prst="rect">
            <a:avLst/>
          </a:prstGeom>
        </p:spPr>
      </p:pic>
      <p:sp>
        <p:nvSpPr>
          <p:cNvPr id="9" name="Date Placeholder 8">
            <a:extLst>
              <a:ext uri="{FF2B5EF4-FFF2-40B4-BE49-F238E27FC236}">
                <a16:creationId xmlns:a16="http://schemas.microsoft.com/office/drawing/2014/main" id="{8203C73E-438F-0069-3127-C4FD85272D65}"/>
              </a:ext>
            </a:extLst>
          </p:cNvPr>
          <p:cNvSpPr>
            <a:spLocks noGrp="1"/>
          </p:cNvSpPr>
          <p:nvPr>
            <p:ph type="dt" sz="half" idx="2"/>
          </p:nvPr>
        </p:nvSpPr>
        <p:spPr>
          <a:xfrm>
            <a:off x="928352" y="3448944"/>
            <a:ext cx="2743200" cy="365125"/>
          </a:xfrm>
          <a:prstGeom prst="rect">
            <a:avLst/>
          </a:prstGeom>
        </p:spPr>
        <p:txBody>
          <a:bodyPr vert="horz" lIns="91440" tIns="45720" rIns="91440" bIns="45720" rtlCol="0" anchor="ctr"/>
          <a:lstStyle>
            <a:lvl1pPr algn="l">
              <a:defRPr sz="2000">
                <a:solidFill>
                  <a:schemeClr val="tx1"/>
                </a:solidFill>
                <a:latin typeface="Poppins" pitchFamily="2" charset="77"/>
                <a:cs typeface="Poppins" pitchFamily="2" charset="77"/>
              </a:defRPr>
            </a:lvl1pPr>
          </a:lstStyle>
          <a:p>
            <a:r>
              <a:rPr lang="en-US"/>
              <a:t>MM/DD/YYYY</a:t>
            </a:r>
          </a:p>
        </p:txBody>
      </p:sp>
    </p:spTree>
    <p:extLst>
      <p:ext uri="{BB962C8B-B14F-4D97-AF65-F5344CB8AC3E}">
        <p14:creationId xmlns:p14="http://schemas.microsoft.com/office/powerpoint/2010/main" val="398838172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Lst>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DCB3E7-F1B4-FF9A-09FB-7BC7799F0C18}"/>
              </a:ext>
            </a:extLst>
          </p:cNvPr>
          <p:cNvSpPr>
            <a:spLocks noGrp="1"/>
          </p:cNvSpPr>
          <p:nvPr>
            <p:ph type="title"/>
          </p:nvPr>
        </p:nvSpPr>
        <p:spPr>
          <a:xfrm>
            <a:off x="928352" y="1962106"/>
            <a:ext cx="10515600" cy="1325563"/>
          </a:xfrm>
          <a:prstGeom prst="rect">
            <a:avLst/>
          </a:prstGeom>
        </p:spPr>
        <p:txBody>
          <a:bodyPr vert="horz" lIns="91440" tIns="45720" rIns="91440" bIns="45720" rtlCol="0" anchor="b">
            <a:normAutofit/>
          </a:bodyPr>
          <a:lstStyle/>
          <a:p>
            <a:r>
              <a:rPr lang="en-US"/>
              <a:t>CLICK TO ADD TITLE</a:t>
            </a:r>
          </a:p>
        </p:txBody>
      </p:sp>
      <p:sp>
        <p:nvSpPr>
          <p:cNvPr id="7" name="Rectangle 6">
            <a:extLst>
              <a:ext uri="{FF2B5EF4-FFF2-40B4-BE49-F238E27FC236}">
                <a16:creationId xmlns:a16="http://schemas.microsoft.com/office/drawing/2014/main" id="{0CB55A9F-2E06-2EDB-649F-798C8872DFAD}"/>
              </a:ext>
            </a:extLst>
          </p:cNvPr>
          <p:cNvSpPr/>
          <p:nvPr userDrawn="1"/>
        </p:nvSpPr>
        <p:spPr>
          <a:xfrm>
            <a:off x="0" y="493296"/>
            <a:ext cx="12192000" cy="228600"/>
          </a:xfrm>
          <a:prstGeom prst="rect">
            <a:avLst/>
          </a:prstGeom>
          <a:solidFill>
            <a:srgbClr val="2FAEBA"/>
          </a:solidFill>
          <a:ln>
            <a:solidFill>
              <a:srgbClr val="2FAEB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6A597C9-9C25-2AB5-F4DA-19E662A0BED9}"/>
              </a:ext>
              <a:ext uri="{C183D7F6-B498-43B3-948B-1728B52AA6E4}">
                <adec:decorative xmlns:adec="http://schemas.microsoft.com/office/drawing/2017/decorative" val="1"/>
              </a:ext>
            </a:extLst>
          </p:cNvPr>
          <p:cNvPicPr>
            <a:picLocks noChangeAspect="1"/>
          </p:cNvPicPr>
          <p:nvPr userDrawn="1"/>
        </p:nvPicPr>
        <p:blipFill rotWithShape="1">
          <a:blip r:embed="rId16"/>
          <a:srcRect l="9404" t="32001" b="34692"/>
          <a:stretch/>
        </p:blipFill>
        <p:spPr>
          <a:xfrm>
            <a:off x="10263188" y="6190900"/>
            <a:ext cx="1814513" cy="667100"/>
          </a:xfrm>
          <a:prstGeom prst="rect">
            <a:avLst/>
          </a:prstGeom>
        </p:spPr>
      </p:pic>
      <p:sp>
        <p:nvSpPr>
          <p:cNvPr id="9" name="Date Placeholder 8">
            <a:extLst>
              <a:ext uri="{FF2B5EF4-FFF2-40B4-BE49-F238E27FC236}">
                <a16:creationId xmlns:a16="http://schemas.microsoft.com/office/drawing/2014/main" id="{8203C73E-438F-0069-3127-C4FD85272D65}"/>
              </a:ext>
            </a:extLst>
          </p:cNvPr>
          <p:cNvSpPr>
            <a:spLocks noGrp="1"/>
          </p:cNvSpPr>
          <p:nvPr>
            <p:ph type="dt" sz="half" idx="2"/>
          </p:nvPr>
        </p:nvSpPr>
        <p:spPr>
          <a:xfrm>
            <a:off x="928352" y="3448944"/>
            <a:ext cx="2743200" cy="365125"/>
          </a:xfrm>
          <a:prstGeom prst="rect">
            <a:avLst/>
          </a:prstGeom>
        </p:spPr>
        <p:txBody>
          <a:bodyPr vert="horz" lIns="91440" tIns="45720" rIns="91440" bIns="45720" rtlCol="0" anchor="ctr"/>
          <a:lstStyle>
            <a:lvl1pPr algn="l">
              <a:defRPr sz="2000">
                <a:solidFill>
                  <a:schemeClr val="tx1"/>
                </a:solidFill>
                <a:latin typeface="Poppins" pitchFamily="2" charset="77"/>
                <a:cs typeface="Poppins" pitchFamily="2" charset="77"/>
              </a:defRPr>
            </a:lvl1pPr>
          </a:lstStyle>
          <a:p>
            <a:r>
              <a:rPr lang="en-US"/>
              <a:t>MM/DD/YYYY</a:t>
            </a:r>
          </a:p>
        </p:txBody>
      </p:sp>
    </p:spTree>
    <p:extLst>
      <p:ext uri="{BB962C8B-B14F-4D97-AF65-F5344CB8AC3E}">
        <p14:creationId xmlns:p14="http://schemas.microsoft.com/office/powerpoint/2010/main" val="328871741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Lst>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DCB3E7-F1B4-FF9A-09FB-7BC7799F0C18}"/>
              </a:ext>
            </a:extLst>
          </p:cNvPr>
          <p:cNvSpPr>
            <a:spLocks noGrp="1"/>
          </p:cNvSpPr>
          <p:nvPr>
            <p:ph type="title"/>
          </p:nvPr>
        </p:nvSpPr>
        <p:spPr>
          <a:xfrm>
            <a:off x="928352" y="1962106"/>
            <a:ext cx="10515600" cy="1325563"/>
          </a:xfrm>
          <a:prstGeom prst="rect">
            <a:avLst/>
          </a:prstGeom>
        </p:spPr>
        <p:txBody>
          <a:bodyPr vert="horz" lIns="91440" tIns="45720" rIns="91440" bIns="45720" rtlCol="0" anchor="b">
            <a:normAutofit/>
          </a:bodyPr>
          <a:lstStyle/>
          <a:p>
            <a:r>
              <a:rPr lang="en-US"/>
              <a:t>CLICK TO ADD TITLE</a:t>
            </a:r>
          </a:p>
        </p:txBody>
      </p:sp>
      <p:sp>
        <p:nvSpPr>
          <p:cNvPr id="7" name="Rectangle 6">
            <a:extLst>
              <a:ext uri="{FF2B5EF4-FFF2-40B4-BE49-F238E27FC236}">
                <a16:creationId xmlns:a16="http://schemas.microsoft.com/office/drawing/2014/main" id="{0CB55A9F-2E06-2EDB-649F-798C8872DFAD}"/>
              </a:ext>
            </a:extLst>
          </p:cNvPr>
          <p:cNvSpPr/>
          <p:nvPr userDrawn="1"/>
        </p:nvSpPr>
        <p:spPr>
          <a:xfrm>
            <a:off x="0" y="493296"/>
            <a:ext cx="12192000" cy="228600"/>
          </a:xfrm>
          <a:prstGeom prst="rect">
            <a:avLst/>
          </a:prstGeom>
          <a:solidFill>
            <a:srgbClr val="39393A"/>
          </a:solidFill>
          <a:ln>
            <a:solidFill>
              <a:srgbClr val="3939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6A597C9-9C25-2AB5-F4DA-19E662A0BED9}"/>
              </a:ext>
              <a:ext uri="{C183D7F6-B498-43B3-948B-1728B52AA6E4}">
                <adec:decorative xmlns:adec="http://schemas.microsoft.com/office/drawing/2017/decorative" val="1"/>
              </a:ext>
            </a:extLst>
          </p:cNvPr>
          <p:cNvPicPr>
            <a:picLocks noChangeAspect="1"/>
          </p:cNvPicPr>
          <p:nvPr userDrawn="1"/>
        </p:nvPicPr>
        <p:blipFill rotWithShape="1">
          <a:blip r:embed="rId16"/>
          <a:srcRect l="9404" t="32001" b="34692"/>
          <a:stretch/>
        </p:blipFill>
        <p:spPr>
          <a:xfrm>
            <a:off x="10263188" y="6190900"/>
            <a:ext cx="1814513" cy="667100"/>
          </a:xfrm>
          <a:prstGeom prst="rect">
            <a:avLst/>
          </a:prstGeom>
        </p:spPr>
      </p:pic>
      <p:sp>
        <p:nvSpPr>
          <p:cNvPr id="9" name="Date Placeholder 8">
            <a:extLst>
              <a:ext uri="{FF2B5EF4-FFF2-40B4-BE49-F238E27FC236}">
                <a16:creationId xmlns:a16="http://schemas.microsoft.com/office/drawing/2014/main" id="{8203C73E-438F-0069-3127-C4FD85272D65}"/>
              </a:ext>
            </a:extLst>
          </p:cNvPr>
          <p:cNvSpPr>
            <a:spLocks noGrp="1"/>
          </p:cNvSpPr>
          <p:nvPr>
            <p:ph type="dt" sz="half" idx="2"/>
          </p:nvPr>
        </p:nvSpPr>
        <p:spPr>
          <a:xfrm>
            <a:off x="928352" y="3448944"/>
            <a:ext cx="2743200" cy="365125"/>
          </a:xfrm>
          <a:prstGeom prst="rect">
            <a:avLst/>
          </a:prstGeom>
        </p:spPr>
        <p:txBody>
          <a:bodyPr vert="horz" lIns="91440" tIns="45720" rIns="91440" bIns="45720" rtlCol="0" anchor="ctr"/>
          <a:lstStyle>
            <a:lvl1pPr algn="l">
              <a:defRPr sz="2000">
                <a:solidFill>
                  <a:schemeClr val="tx1"/>
                </a:solidFill>
                <a:latin typeface="Poppins" pitchFamily="2" charset="77"/>
                <a:cs typeface="Poppins" pitchFamily="2" charset="77"/>
              </a:defRPr>
            </a:lvl1pPr>
          </a:lstStyle>
          <a:p>
            <a:r>
              <a:rPr lang="en-US"/>
              <a:t>MM/DD/YYYY</a:t>
            </a:r>
          </a:p>
        </p:txBody>
      </p:sp>
    </p:spTree>
    <p:extLst>
      <p:ext uri="{BB962C8B-B14F-4D97-AF65-F5344CB8AC3E}">
        <p14:creationId xmlns:p14="http://schemas.microsoft.com/office/powerpoint/2010/main" val="24070508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Lst>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Use, Prompting &amp; Best Practices</a:t>
            </a:r>
          </a:p>
        </p:txBody>
      </p:sp>
      <p:sp>
        <p:nvSpPr>
          <p:cNvPr id="3" name="Content Placeholder 2"/>
          <p:cNvSpPr>
            <a:spLocks noGrp="1"/>
          </p:cNvSpPr>
          <p:nvPr>
            <p:ph idx="11" sz="quarter"/>
          </p:nvPr>
        </p:nvSpPr>
        <p:spPr/>
        <p:txBody>
          <a:bodyPr/>
          <a:lstStyle/>
          <a:p>
            <a:pPr algn="ctr">
              <a:spcAft>
                <a:spcPts val="600"/>
              </a:spcAft>
              <a:defRPr sz="2000"/>
            </a:pPr>
            <a:r>
              <a:t>Health care startup · hands-on session (60 min)</a:t>
            </a:r>
          </a:p>
          <a:p>
            <a:pPr algn="ctr">
              <a:spcAft>
                <a:spcPts val="600"/>
              </a:spcAft>
              <a:defRPr sz="2000"/>
            </a:pPr>
            <a:r>
              <a:t>Julian Oquendo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you’ll leave with</a:t>
            </a:r>
          </a:p>
        </p:txBody>
      </p:sp>
      <p:sp>
        <p:nvSpPr>
          <p:cNvPr id="3" name="Content Placeholder 2"/>
          <p:cNvSpPr>
            <a:spLocks noGrp="1"/>
          </p:cNvSpPr>
          <p:nvPr>
            <p:ph idx="11" sz="quarter"/>
          </p:nvPr>
        </p:nvSpPr>
        <p:spPr/>
        <p:txBody>
          <a:bodyPr/>
          <a:lstStyle/>
          <a:p>
            <a:pPr>
              <a:spcAft>
                <a:spcPts val="600"/>
              </a:spcAft>
              <a:defRPr sz="1800"/>
            </a:pPr>
            <a:r>
              <a:t>Use AI for startup speed — with PHI boundaries and verification habits that match health care</a:t>
            </a:r>
          </a:p>
          <a:p>
            <a:pPr>
              <a:spcAft>
                <a:spcPts val="600"/>
              </a:spcAft>
              <a:defRPr sz="1800"/>
            </a:pPr>
            <a:r>
              <a:t>Draft prompts with role, task, audience, constraints, and format; iterate in short loops</a:t>
            </a:r>
          </a:p>
          <a:p>
            <a:pPr>
              <a:spcAft>
                <a:spcPts val="600"/>
              </a:spcAft>
              <a:defRPr sz="1800"/>
            </a:pPr>
            <a:r>
              <a:t>Ship only after human review: facts, regulatory language, and anything patient- or payer-facing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roadmap (~60 minutes, mostly hands-on)</a:t>
            </a:r>
          </a:p>
        </p:txBody>
      </p:sp>
      <p:sp>
        <p:nvSpPr>
          <p:cNvPr id="3" name="Text Placeholder 2"/>
          <p:cNvSpPr>
            <a:spLocks noGrp="1"/>
          </p:cNvSpPr>
          <p:nvPr>
            <p:ph type="body" idx="18" sz="quarter"/>
          </p:nvPr>
        </p:nvSpPr>
        <p:spPr/>
        <p:txBody>
          <a:bodyPr/>
          <a:lstStyle/>
          <a:p>
            <a:pPr>
              <a:spcAft>
                <a:spcPts val="600"/>
              </a:spcAft>
              <a:defRPr sz="1500"/>
            </a:pPr>
            <a:r>
              <a:t>Framing</a:t>
            </a:r>
          </a:p>
          <a:p>
            <a:pPr>
              <a:spcAft>
                <a:spcPts val="600"/>
              </a:spcAft>
              <a:defRPr sz="1500"/>
            </a:pPr>
            <a:r>
              <a:t>(~6 min)</a:t>
            </a:r>
          </a:p>
          <a:p>
            <a:pPr>
              <a:spcAft>
                <a:spcPts val="600"/>
              </a:spcAft>
              <a:defRPr sz="1500"/>
            </a:pPr>
            <a:r>
              <a:t>Hands-on 1 · rewrite</a:t>
            </a:r>
          </a:p>
          <a:p>
            <a:pPr>
              <a:spcAft>
                <a:spcPts val="600"/>
              </a:spcAft>
              <a:defRPr sz="1500"/>
            </a:pPr>
            <a:r>
              <a:t>(~8 min)</a:t>
            </a:r>
          </a:p>
          <a:p>
            <a:pPr>
              <a:spcAft>
                <a:spcPts val="600"/>
              </a:spcAft>
              <a:defRPr sz="1500"/>
            </a:pPr>
            <a:r>
              <a:t>De-identified only</a:t>
            </a:r>
          </a:p>
        </p:txBody>
      </p:sp>
      <p:sp>
        <p:nvSpPr>
          <p:cNvPr id="4" name="Text Placeholder 3"/>
          <p:cNvSpPr>
            <a:spLocks noGrp="1"/>
          </p:cNvSpPr>
          <p:nvPr>
            <p:ph type="body" idx="19" sz="quarter"/>
          </p:nvPr>
        </p:nvSpPr>
        <p:spPr/>
        <p:txBody>
          <a:bodyPr/>
          <a:lstStyle/>
          <a:p>
            <a:pPr>
              <a:spcAft>
                <a:spcPts val="600"/>
              </a:spcAft>
              <a:defRPr sz="1500"/>
            </a:pPr>
            <a:r>
              <a:t>Guardrails</a:t>
            </a:r>
          </a:p>
          <a:p>
            <a:pPr>
              <a:spcAft>
                <a:spcPts val="600"/>
              </a:spcAft>
              <a:defRPr sz="1500"/>
            </a:pPr>
            <a:r>
              <a:t>(~8 min)</a:t>
            </a:r>
          </a:p>
          <a:p>
            <a:pPr>
              <a:spcAft>
                <a:spcPts val="600"/>
              </a:spcAft>
              <a:defRPr sz="1500"/>
            </a:pPr>
            <a:r>
              <a:t>Prompt template · patterns</a:t>
            </a:r>
          </a:p>
          <a:p>
            <a:pPr>
              <a:spcAft>
                <a:spcPts val="600"/>
              </a:spcAft>
              <a:defRPr sz="1500"/>
            </a:pPr>
            <a:r>
              <a:t>(~6 min)</a:t>
            </a:r>
          </a:p>
        </p:txBody>
      </p:sp>
      <p:sp>
        <p:nvSpPr>
          <p:cNvPr id="5" name="Text Placeholder 4"/>
          <p:cNvSpPr>
            <a:spLocks noGrp="1"/>
          </p:cNvSpPr>
          <p:nvPr>
            <p:ph type="body" idx="20" sz="quarter"/>
          </p:nvPr>
        </p:nvSpPr>
        <p:spPr/>
        <p:txBody>
          <a:bodyPr/>
          <a:lstStyle/>
          <a:p>
            <a:pPr>
              <a:spcAft>
                <a:spcPts val="600"/>
              </a:spcAft>
              <a:defRPr sz="1500"/>
            </a:pPr>
            <a:r>
              <a:t>Hands-on 2</a:t>
            </a:r>
          </a:p>
          <a:p>
            <a:pPr>
              <a:spcAft>
                <a:spcPts val="600"/>
              </a:spcAft>
              <a:defRPr sz="1500"/>
            </a:pPr>
            <a:r>
              <a:t>(~12 min)</a:t>
            </a:r>
          </a:p>
          <a:p>
            <a:pPr>
              <a:spcAft>
                <a:spcPts val="600"/>
              </a:spcAft>
              <a:defRPr sz="1500"/>
            </a:pPr>
            <a:r>
              <a:t>Full scenario prompt</a:t>
            </a:r>
          </a:p>
          <a:p>
            <a:pPr>
              <a:spcAft>
                <a:spcPts val="600"/>
              </a:spcAft>
              <a:defRPr sz="1500"/>
            </a:pPr>
            <a:r>
              <a:t>Pick A / B / C</a:t>
            </a:r>
          </a:p>
        </p:txBody>
      </p:sp>
      <p:sp>
        <p:nvSpPr>
          <p:cNvPr id="6" name="Text Placeholder 5"/>
          <p:cNvSpPr>
            <a:spLocks noGrp="1"/>
          </p:cNvSpPr>
          <p:nvPr>
            <p:ph type="body" idx="21" sz="quarter"/>
          </p:nvPr>
        </p:nvSpPr>
        <p:spPr/>
        <p:txBody>
          <a:bodyPr/>
          <a:lstStyle/>
          <a:p>
            <a:pPr>
              <a:spcAft>
                <a:spcPts val="600"/>
              </a:spcAft>
              <a:defRPr sz="1500"/>
            </a:pPr>
            <a:r>
              <a:t>Verify</a:t>
            </a:r>
          </a:p>
          <a:p>
            <a:pPr>
              <a:spcAft>
                <a:spcPts val="600"/>
              </a:spcAft>
              <a:defRPr sz="1500"/>
            </a:pPr>
            <a:r>
              <a:t>(~6 min)</a:t>
            </a:r>
          </a:p>
          <a:p>
            <a:pPr>
              <a:spcAft>
                <a:spcPts val="600"/>
              </a:spcAft>
              <a:defRPr sz="1500"/>
            </a:pPr>
            <a:r>
              <a:t>Hands-on 3 · red-team</a:t>
            </a:r>
          </a:p>
          <a:p>
            <a:pPr>
              <a:spcAft>
                <a:spcPts val="600"/>
              </a:spcAft>
              <a:defRPr sz="1500"/>
            </a:pPr>
            <a:r>
              <a:t>(~8 min)</a:t>
            </a:r>
          </a:p>
          <a:p>
            <a:pPr>
              <a:spcAft>
                <a:spcPts val="600"/>
              </a:spcAft>
              <a:defRPr sz="1500"/>
            </a:pPr>
            <a:r>
              <a:t>Q&amp;A · close</a:t>
            </a:r>
          </a:p>
          <a:p>
            <a:pPr>
              <a:spcAft>
                <a:spcPts val="600"/>
              </a:spcAft>
              <a:defRPr sz="1500"/>
            </a:pPr>
            <a:r>
              <a:t>(~6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in a health startup (why this session)</a:t>
            </a:r>
          </a:p>
        </p:txBody>
      </p:sp>
      <p:sp>
        <p:nvSpPr>
          <p:cNvPr id="3" name="Content Placeholder 2"/>
          <p:cNvSpPr>
            <a:spLocks noGrp="1"/>
          </p:cNvSpPr>
          <p:nvPr>
            <p:ph idx="11" sz="quarter"/>
          </p:nvPr>
        </p:nvSpPr>
        <p:spPr/>
        <p:txBody>
          <a:bodyPr/>
          <a:lstStyle/>
          <a:p>
            <a:pPr>
              <a:spcAft>
                <a:spcPts val="600"/>
              </a:spcAft>
              <a:defRPr sz="1800"/>
            </a:pPr>
            <a:r>
              <a:t>Typical wins: faster drafts (investor updates, FAQs, specs, interview guides), synthesis from public sources, brainstorming structure</a:t>
            </a:r>
          </a:p>
          <a:p>
            <a:pPr>
              <a:spcAft>
                <a:spcPts val="600"/>
              </a:spcAft>
              <a:defRPr sz="1800"/>
            </a:pPr>
            <a:r>
              <a:t>Typical risks: wrong regulatory detail, outdated payer policy, confident hallucinations — catastrophic if treated as truth</a:t>
            </a:r>
          </a:p>
          <a:p>
            <a:pPr>
              <a:spcAft>
                <a:spcPts val="600"/>
              </a:spcAft>
              <a:defRPr sz="1800"/>
            </a:pPr>
            <a:r>
              <a:t>Rule of thumb: AI accelerates preparation; humans own accuracy, privacy, and anything external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1 · ~8 min — From thin to usable</a:t>
            </a:r>
          </a:p>
        </p:txBody>
      </p:sp>
      <p:sp>
        <p:nvSpPr>
          <p:cNvPr id="3" name="Content Placeholder 2"/>
          <p:cNvSpPr>
            <a:spLocks noGrp="1"/>
          </p:cNvSpPr>
          <p:nvPr>
            <p:ph idx="11" sz="quarter"/>
          </p:nvPr>
        </p:nvSpPr>
        <p:spPr/>
        <p:txBody>
          <a:bodyPr/>
          <a:lstStyle/>
          <a:p>
            <a:pPr>
              <a:spcAft>
                <a:spcPts val="600"/>
              </a:spcAft>
              <a:defRPr sz="1800"/>
            </a:pPr>
            <a:r>
              <a:t>Use fully de-identified wording only (no real patient, employer, or proprietary client details).</a:t>
            </a:r>
          </a:p>
          <a:p>
            <a:pPr>
              <a:spcAft>
                <a:spcPts val="600"/>
              </a:spcAft>
              <a:defRPr sz="1800"/>
            </a:pPr>
            <a:r>
              <a:t>Write one “bad” prompt you might actually use (e.g., “write an email to a clinician about our product”).</a:t>
            </a:r>
          </a:p>
          <a:p>
            <a:pPr>
              <a:spcAft>
                <a:spcPts val="600"/>
              </a:spcAft>
              <a:defRPr sz="1800"/>
            </a:pPr>
            <a:r>
              <a:t>Rewrite it using: role · task · audience · constraints · format. Partner checks each piece.</a:t>
            </a:r>
          </a:p>
          <a:p>
            <a:pPr>
              <a:spcAft>
                <a:spcPts val="600"/>
              </a:spcAft>
              <a:defRPr sz="1800"/>
            </a:pPr>
            <a:r>
              <a:t>Optional share-out: one pair reads before / after in 20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Non-negotiables for health work</a:t>
            </a:r>
          </a:p>
        </p:txBody>
      </p:sp>
      <p:sp>
        <p:nvSpPr>
          <p:cNvPr id="3" name="Content Placeholder 2"/>
          <p:cNvSpPr>
            <a:spLocks noGrp="1"/>
          </p:cNvSpPr>
          <p:nvPr>
            <p:ph idx="11" sz="quarter"/>
          </p:nvPr>
        </p:nvSpPr>
        <p:spPr/>
        <p:txBody>
          <a:bodyPr/>
          <a:lstStyle/>
          <a:p>
            <a:pPr>
              <a:spcAft>
                <a:spcPts val="600"/>
              </a:spcAft>
              <a:defRPr sz="1800"/>
            </a:pPr>
            <a:r>
              <a:t>PHI: follow HIPAA, contracts, and your company policy — no identifiable patient or chart content in unapproved tools</a:t>
            </a:r>
          </a:p>
          <a:p>
            <a:pPr>
              <a:spcAft>
                <a:spcPts val="600"/>
              </a:spcAft>
              <a:defRPr sz="1800"/>
            </a:pPr>
            <a:r>
              <a:t>Use org-approved AI products and data boundaries; know what must stay on-prem or under BAA</a:t>
            </a:r>
          </a:p>
          <a:p>
            <a:pPr>
              <a:spcAft>
                <a:spcPts val="600"/>
              </a:spcAft>
              <a:defRPr sz="1800"/>
            </a:pPr>
            <a:r>
              <a:t>Never ship clinical, regulatory, or reimbursement claims without qualified review and primary sources</a:t>
            </a:r>
          </a:p>
          <a:p>
            <a:pPr>
              <a:spcAft>
                <a:spcPts val="600"/>
              </a:spcAft>
              <a:defRPr sz="1800"/>
            </a:pPr>
            <a:r>
              <a:t>When in doubt: anonymize, shorten, or don’t paste — use summaries you wrote yourself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Prompting for health &amp; startup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Template you’ll use in Hands-on 2</a:t>
            </a:r>
          </a:p>
        </p:txBody>
      </p:sp>
      <p:sp>
        <p:nvSpPr>
          <p:cNvPr id="3" name="Content Placeholder 2"/>
          <p:cNvSpPr>
            <a:spLocks noGrp="1"/>
          </p:cNvSpPr>
          <p:nvPr>
            <p:ph idx="11" sz="quarter"/>
          </p:nvPr>
        </p:nvSpPr>
        <p:spPr/>
        <p:txBody>
          <a:bodyPr/>
          <a:lstStyle/>
          <a:p>
            <a:pPr>
              <a:spcAft>
                <a:spcPts val="600"/>
              </a:spcAft>
              <a:defRPr sz="1800"/>
            </a:pPr>
            <a:r>
              <a:t>Role: “You are a [clinical ops / product / regulatory-literate] writer for [audience].”</a:t>
            </a:r>
          </a:p>
          <a:p>
            <a:pPr>
              <a:spcAft>
                <a:spcPts val="600"/>
              </a:spcAft>
              <a:defRPr sz="1800"/>
            </a:pPr>
            <a:r>
              <a:t>Task: “Draft [artifact] so that [outcome].”</a:t>
            </a:r>
          </a:p>
          <a:p>
            <a:pPr>
              <a:spcAft>
                <a:spcPts val="600"/>
              </a:spcAft>
              <a:defRPr sz="1800"/>
            </a:pPr>
            <a:r>
              <a:t>Inputs: paste only approved public or internal snippets; label gaps (“not in pasted text”).</a:t>
            </a:r>
          </a:p>
          <a:p>
            <a:pPr>
              <a:spcAft>
                <a:spcPts val="600"/>
              </a:spcAft>
              <a:defRPr sz="1800"/>
            </a:pPr>
            <a:r>
              <a:t>Constraints: compliance tone, no disease claims, length, must-not (e.g., no dosing, no diagnosis).</a:t>
            </a:r>
          </a:p>
          <a:p>
            <a:pPr>
              <a:spcAft>
                <a:spcPts val="600"/>
              </a:spcAft>
              <a:defRPr sz="1800"/>
            </a:pPr>
            <a:r>
              <a:t>Format: email · outline · FAQ · one-pager bullets — pick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Patterns that pay off here</a:t>
            </a:r>
          </a:p>
        </p:txBody>
      </p:sp>
      <p:sp>
        <p:nvSpPr>
          <p:cNvPr id="3" name="Content Placeholder 2"/>
          <p:cNvSpPr>
            <a:spLocks noGrp="1"/>
          </p:cNvSpPr>
          <p:nvPr>
            <p:ph idx="11" sz="quarter"/>
          </p:nvPr>
        </p:nvSpPr>
        <p:spPr/>
        <p:txBody>
          <a:bodyPr/>
          <a:lstStyle/>
          <a:p>
            <a:pPr>
              <a:spcAft>
                <a:spcPts val="600"/>
              </a:spcAft>
              <a:defRPr sz="1800"/>
            </a:pPr>
            <a:r>
              <a:t>Outline first, then draft — reduces rambling and missed sections</a:t>
            </a:r>
          </a:p>
          <a:p>
            <a:pPr>
              <a:spcAft>
                <a:spcPts val="600"/>
              </a:spcAft>
              <a:defRPr sz="1800"/>
            </a:pPr>
            <a:r>
              <a:t>Few-shot: paste one short example of “our voice” (sanitized)</a:t>
            </a:r>
          </a:p>
          <a:p>
            <a:pPr>
              <a:spcAft>
                <a:spcPts val="600"/>
              </a:spcAft>
              <a:defRPr sz="1800"/>
            </a:pPr>
            <a:r>
              <a:t>Ground answers: “Use only the excerpt below; say ‘unknown’ if missing.”</a:t>
            </a:r>
          </a:p>
          <a:p>
            <a:pPr>
              <a:spcAft>
                <a:spcPts val="600"/>
              </a:spcAft>
              <a:defRPr sz="1800"/>
            </a:pPr>
            <a:r>
              <a:t>Second pass: “Tighten for a busy CMO” / “remove jargon for a payer reader.”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2 · ~12 min — Build one real prompt</a:t>
            </a:r>
          </a:p>
        </p:txBody>
      </p:sp>
      <p:sp>
        <p:nvSpPr>
          <p:cNvPr id="3" name="Content Placeholder 2"/>
          <p:cNvSpPr>
            <a:spLocks noGrp="1"/>
          </p:cNvSpPr>
          <p:nvPr>
            <p:ph idx="11" sz="quarter"/>
          </p:nvPr>
        </p:nvSpPr>
        <p:spPr/>
        <p:txBody>
          <a:bodyPr/>
          <a:lstStyle/>
          <a:p>
            <a:pPr>
              <a:spcAft>
                <a:spcPts val="600"/>
              </a:spcAft>
              <a:defRPr sz="1800"/>
            </a:pPr>
            <a:r>
              <a:t>Stay de-identified. Pick one scenario for your table/pair:</a:t>
            </a:r>
          </a:p>
          <a:p>
            <a:pPr>
              <a:spcAft>
                <a:spcPts val="600"/>
              </a:spcAft>
              <a:defRPr sz="1800"/>
            </a:pPr>
            <a:r>
              <a:t>A) Investor or advisor update paragraph on traction (no confidential metrics unless dummy).</a:t>
            </a:r>
          </a:p>
          <a:p>
            <a:pPr>
              <a:spcAft>
                <a:spcPts val="600"/>
              </a:spcAft>
              <a:defRPr sz="1800"/>
            </a:pPr>
            <a:r>
              <a:t>B) FAQ for clinicians about how your product fits in workflow (no unapproved claims).</a:t>
            </a:r>
          </a:p>
          <a:p>
            <a:pPr>
              <a:spcAft>
                <a:spcPts val="600"/>
              </a:spcAft>
              <a:defRPr sz="1800"/>
            </a:pPr>
            <a:r>
              <a:t>C) Internal agenda + goals for a cross-functional meeting (ops, clinical, eng).</a:t>
            </a:r>
          </a:p>
          <a:p>
            <a:pPr>
              <a:spcAft>
                <a:spcPts val="600"/>
              </a:spcAft>
              <a:defRPr sz="1800"/>
            </a:pPr>
            <a:r>
              <a:t>Deliverable: one finished prompt ready to paste into your approved tool; swap with partner for a quick sanity check.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failures — fix in the prompt</a:t>
            </a:r>
          </a:p>
        </p:txBody>
      </p:sp>
      <p:sp>
        <p:nvSpPr>
          <p:cNvPr id="3" name="Content Placeholder 2"/>
          <p:cNvSpPr>
            <a:spLocks noGrp="1"/>
          </p:cNvSpPr>
          <p:nvPr>
            <p:ph idx="11" sz="quarter"/>
          </p:nvPr>
        </p:nvSpPr>
        <p:spPr/>
        <p:txBody>
          <a:bodyPr/>
          <a:lstStyle/>
          <a:p>
            <a:pPr>
              <a:spcAft>
                <a:spcPts val="600"/>
              </a:spcAft>
              <a:defRPr sz="1800"/>
            </a:pPr>
            <a:r>
              <a:t>Vague audience → name payer vs. clinician vs. patient vs. investor.</a:t>
            </a:r>
          </a:p>
          <a:p>
            <a:pPr>
              <a:spcAft>
                <a:spcPts val="600"/>
              </a:spcAft>
              <a:defRPr sz="1800"/>
            </a:pPr>
            <a:r>
              <a:t>Everything in one blob → split: outline → draft → tighten.</a:t>
            </a:r>
          </a:p>
          <a:p>
            <a:pPr>
              <a:spcAft>
                <a:spcPts val="600"/>
              </a:spcAft>
              <a:defRPr sz="1800"/>
            </a:pPr>
            <a:r>
              <a:t>Facts that matter → require citations from pasted text or mark unknown.</a:t>
            </a:r>
          </a:p>
          <a:p>
            <a:pPr>
              <a:spcAft>
                <a:spcPts val="600"/>
              </a:spcAft>
              <a:defRPr sz="1800"/>
            </a:pPr>
            <a:r>
              <a:t>Clinical/regulatory tone → forbid diagnosis, treatment directives, and off-label promotion in the prompt.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Verify before it leaves the building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 flags to catch before send or publish</a:t>
            </a:r>
          </a:p>
        </p:txBody>
      </p:sp>
      <p:sp>
        <p:nvSpPr>
          <p:cNvPr id="3" name="Content Placeholder 2"/>
          <p:cNvSpPr>
            <a:spLocks noGrp="1"/>
          </p:cNvSpPr>
          <p:nvPr>
            <p:ph idx="11" sz="quarter"/>
          </p:nvPr>
        </p:nvSpPr>
        <p:spPr/>
        <p:txBody>
          <a:bodyPr/>
          <a:lstStyle/>
          <a:p>
            <a:pPr>
              <a:spcAft>
                <a:spcPts val="600"/>
              </a:spcAft>
              <a:defRPr sz="1800"/>
            </a:pPr>
            <a:r>
              <a:t>Specific statutes, guidance numbers, or deadlines — verify against CMS, FDA, state, or primary sources</a:t>
            </a:r>
          </a:p>
          <a:p>
            <a:pPr>
              <a:spcAft>
                <a:spcPts val="600"/>
              </a:spcAft>
              <a:defRPr sz="1800"/>
            </a:pPr>
            <a:r>
              <a:t>Statistics, billing codes, coverage determinations — easy to invent; confirm every number</a:t>
            </a:r>
          </a:p>
          <a:p>
            <a:pPr>
              <a:spcAft>
                <a:spcPts val="600"/>
              </a:spcAft>
              <a:defRPr sz="1800"/>
            </a:pPr>
            <a:r>
              <a:t>“FDA-approved” vs. “cleared” vs. “registered” — words matter; legal/clinical should review</a:t>
            </a:r>
          </a:p>
          <a:p>
            <a:pPr>
              <a:spcAft>
                <a:spcPts val="600"/>
              </a:spcAft>
              <a:defRPr sz="1800"/>
            </a:pPr>
            <a:r>
              <a:t>Anything patient-specific: never output from tools that aren’t cleared for PHI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draft — Hands-on 3 (all fictional)</a:t>
            </a:r>
          </a:p>
        </p:txBody>
      </p:sp>
      <p:sp>
        <p:nvSpPr>
          <p:cNvPr id="3" name="Content Placeholder 2"/>
          <p:cNvSpPr>
            <a:spLocks noGrp="1"/>
          </p:cNvSpPr>
          <p:nvPr>
            <p:ph idx="11" sz="quarter"/>
          </p:nvPr>
        </p:nvSpPr>
        <p:spPr/>
        <p:txBody>
          <a:bodyPr/>
          <a:lstStyle/>
          <a:p>
            <a:pPr>
              <a:spcAft>
                <a:spcPts val="600"/>
              </a:spcAft>
              <a:defRPr sz="1800"/>
            </a:pPr>
            <a:r>
              <a:t>“Our platform is FDA-approved for chronic heart failure and cuts hospital readmissions by 40% versus standard care. All major payers now reimburse HCPCS GXXX for remote monitoring when our device is prescribed. Last month CMS issued an interim rule requiring use of our protocol by 2027.”</a:t>
            </a:r>
          </a:p>
          <a:p>
            <a:pPr>
              <a:spcAft>
                <a:spcPts val="600"/>
              </a:spcAft>
              <a:defRPr sz="1800"/>
            </a:pPr>
            <a:r>
              <a:t>In Hands-on 3, your job is to attack this like a reviewer: what is unsupported, overstated, or needs legal/clinical sign-off?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3 · ~8 min — Red-team the sample</a:t>
            </a:r>
          </a:p>
        </p:txBody>
      </p:sp>
      <p:sp>
        <p:nvSpPr>
          <p:cNvPr id="3" name="Content Placeholder 2"/>
          <p:cNvSpPr>
            <a:spLocks noGrp="1"/>
          </p:cNvSpPr>
          <p:nvPr>
            <p:ph idx="11" sz="quarter"/>
          </p:nvPr>
        </p:nvSpPr>
        <p:spPr/>
        <p:txBody>
          <a:bodyPr/>
          <a:lstStyle/>
          <a:p>
            <a:pPr>
              <a:spcAft>
                <a:spcPts val="600"/>
              </a:spcAft>
              <a:defRPr sz="1800"/>
            </a:pPr>
            <a:r>
              <a:t>In pairs: flag phrases that need evidence, correction, or softer regulatory/commercial language.</a:t>
            </a:r>
          </a:p>
          <a:p>
            <a:pPr>
              <a:spcAft>
                <a:spcPts val="600"/>
              </a:spcAft>
              <a:defRPr sz="1800"/>
            </a:pPr>
            <a:r>
              <a:t>List three checks your startup would run before this appeared in sales, investor, or clinical materials.</a:t>
            </a:r>
          </a:p>
          <a:p>
            <a:pPr>
              <a:spcAft>
                <a:spcPts val="600"/>
              </a:spcAft>
              <a:defRPr sz="1800"/>
            </a:pPr>
            <a:r>
              <a:t>Debrief: one habit your team will adopt for AI-assisted drafts (30 seconds each).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habits for startups</a:t>
            </a:r>
          </a:p>
        </p:txBody>
      </p:sp>
      <p:sp>
        <p:nvSpPr>
          <p:cNvPr id="3" name="Content Placeholder 2"/>
          <p:cNvSpPr>
            <a:spLocks noGrp="1"/>
          </p:cNvSpPr>
          <p:nvPr>
            <p:ph idx="11" sz="quarter"/>
          </p:nvPr>
        </p:nvSpPr>
        <p:spPr/>
        <p:txBody>
          <a:bodyPr/>
          <a:lstStyle/>
          <a:p>
            <a:pPr>
              <a:spcAft>
                <a:spcPts val="600"/>
              </a:spcAft>
              <a:defRPr sz="1800"/>
            </a:pPr>
            <a:r>
              <a:t>Draft in AI; finalize in your doc system with owner + reviewer on externals</a:t>
            </a:r>
          </a:p>
          <a:p>
            <a:pPr>
              <a:spcAft>
                <a:spcPts val="600"/>
              </a:spcAft>
              <a:defRPr sz="1800"/>
            </a:pPr>
            <a:r>
              <a:t>Keep a lightweight disclosure norm internally (who used AI, for which sections)</a:t>
            </a:r>
          </a:p>
          <a:p>
            <a:pPr>
              <a:spcAft>
                <a:spcPts val="600"/>
              </a:spcAft>
              <a:defRPr sz="1800"/>
            </a:pPr>
            <a:r>
              <a:t>Prefer reusable prompt snippets for recurring artifacts — consistency beats hero prompts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Takeaways</a:t>
            </a:r>
          </a:p>
        </p:txBody>
      </p:sp>
      <p:sp>
        <p:nvSpPr>
          <p:cNvPr id="3" name="Content Placeholder 2"/>
          <p:cNvSpPr>
            <a:spLocks noGrp="1"/>
          </p:cNvSpPr>
          <p:nvPr>
            <p:ph idx="11" sz="quarter"/>
          </p:nvPr>
        </p:nvSpPr>
        <p:spPr/>
        <p:txBody>
          <a:bodyPr/>
          <a:lstStyle/>
          <a:p>
            <a:pPr>
              <a:spcAft>
                <a:spcPts val="600"/>
              </a:spcAft>
              <a:defRPr sz="1800"/>
            </a:pPr>
            <a:r>
              <a:t>Prompt with structure: role, task, inputs, constraints, format — then iterate</a:t>
            </a:r>
          </a:p>
          <a:p>
            <a:pPr>
              <a:spcAft>
                <a:spcPts val="600"/>
              </a:spcAft>
              <a:defRPr sz="1800"/>
            </a:pPr>
            <a:r>
              <a:t>Treat health-adjacent outputs as pre-release: verify facts and language</a:t>
            </a:r>
          </a:p>
          <a:p>
            <a:pPr>
              <a:spcAft>
                <a:spcPts val="600"/>
              </a:spcAft>
              <a:defRPr sz="1800"/>
            </a:pPr>
            <a:r>
              <a:t>Protect PHI and use approved tools; humans stay accountable for what ships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Q&amp;A, commitments &amp; close (~6 min)</a:t>
            </a:r>
          </a:p>
        </p:txBody>
      </p:sp>
      <p:sp>
        <p:nvSpPr>
          <p:cNvPr id="3" name="Content Placeholder 2"/>
          <p:cNvSpPr>
            <a:spLocks noGrp="1"/>
          </p:cNvSpPr>
          <p:nvPr>
            <p:ph idx="11" sz="quarter"/>
          </p:nvPr>
        </p:nvSpPr>
        <p:spPr/>
        <p:txBody>
          <a:bodyPr/>
          <a:lstStyle/>
          <a:p>
            <a:pPr>
              <a:spcAft>
                <a:spcPts val="600"/>
              </a:spcAft>
              <a:defRPr sz="1800"/>
            </a:pPr>
            <a:r>
              <a:t>Open questions — raise sensitive topics offline if needed.</a:t>
            </a:r>
          </a:p>
          <a:p>
            <a:pPr>
              <a:spcAft>
                <a:spcPts val="600"/>
              </a:spcAft>
              <a:defRPr sz="1800"/>
            </a:pPr>
            <a:r>
              <a:t>Each person: one commitment (e.g., review checklist, prompt library in shared drive).</a:t>
            </a:r>
          </a:p>
          <a:p>
            <a:pPr>
              <a:spcAft>
                <a:spcPts val="600"/>
              </a:spcAft>
              <a:defRPr sz="1800"/>
            </a:pPr>
            <a:r>
              <a:t>Confirm where your team’s AI, privacy, and clinical review policies live.</a:t>
            </a:r>
          </a:p>
        </p:txBody>
      </p:sp>
    </p:spTree>
  </p:cSld>
  <p:clrMapOvr>
    <a:masterClrMapping/>
  </p:clrMapOvr>
</p:sld>
</file>

<file path=ppt/theme/theme1.xml><?xml version="1.0" encoding="utf-8"?>
<a:theme xmlns:a="http://schemas.openxmlformats.org/drawingml/2006/main" name="Title Slide - Oran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al Health Advisors" id="{C3CF1439-564A-8946-9793-6FF59FCC1EFC}" vid="{DA1D5104-0FF9-9D4F-A662-A08EC71536DE}"/>
    </a:ext>
  </a:extLst>
</a:theme>
</file>

<file path=ppt/theme/theme2.xml><?xml version="1.0" encoding="utf-8"?>
<a:theme xmlns:a="http://schemas.openxmlformats.org/drawingml/2006/main" name="Title Slide - Yel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al Health Advisors" id="{C3CF1439-564A-8946-9793-6FF59FCC1EFC}" vid="{2A69E049-62AA-6740-BC07-A1B45CD3A0EF}"/>
    </a:ext>
  </a:extLst>
</a:theme>
</file>

<file path=ppt/theme/theme3.xml><?xml version="1.0" encoding="utf-8"?>
<a:theme xmlns:a="http://schemas.openxmlformats.org/drawingml/2006/main" name="Title Slide - 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al Health Advisors" id="{C3CF1439-564A-8946-9793-6FF59FCC1EFC}" vid="{7520C341-F959-2442-95CC-6C3B338C91C3}"/>
    </a:ext>
  </a:extLst>
</a:theme>
</file>

<file path=ppt/theme/theme4.xml><?xml version="1.0" encoding="utf-8"?>
<a:theme xmlns:a="http://schemas.openxmlformats.org/drawingml/2006/main" name="Title Slide - Gray">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al Health Advisors" id="{C3CF1439-564A-8946-9793-6FF59FCC1EFC}" vid="{8B3FDEBA-246D-E649-9A0F-857E27FA055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9ECD22216056A4C861FBFA3A848DD75" ma:contentTypeVersion="16" ma:contentTypeDescription="Create a new document." ma:contentTypeScope="" ma:versionID="262198565f06427d33ed65deb258c367">
  <xsd:schema xmlns:xsd="http://www.w3.org/2001/XMLSchema" xmlns:xs="http://www.w3.org/2001/XMLSchema" xmlns:p="http://schemas.microsoft.com/office/2006/metadata/properties" xmlns:ns2="bc21839b-6d4f-4d1a-9313-08de3f642e4b" xmlns:ns3="211abf4e-acce-4906-8a53-7693db9d194b" targetNamespace="http://schemas.microsoft.com/office/2006/metadata/properties" ma:root="true" ma:fieldsID="ca6e34709f81e27ffa6cae52579eb152" ns2:_="" ns3:_="">
    <xsd:import namespace="bc21839b-6d4f-4d1a-9313-08de3f642e4b"/>
    <xsd:import namespace="211abf4e-acce-4906-8a53-7693db9d194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MediaServiceSearchProperties" minOccurs="0"/>
                <xsd:element ref="ns2:Helpfu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21839b-6d4f-4d1a-9313-08de3f642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04a55a7-5568-4318-8037-c4e25c4baded"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Helpful" ma:index="22" nillable="true" ma:displayName="Helpful" ma:default="1" ma:format="Dropdown" ma:internalName="Helpful">
      <xsd:simpleType>
        <xsd:restriction base="dms:Boolea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11abf4e-acce-4906-8a53-7693db9d194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702e3a42-3d2f-46e1-aa13-98c7f9711908}" ma:internalName="TaxCatchAll" ma:showField="CatchAllData" ma:web="211abf4e-acce-4906-8a53-7693db9d19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c21839b-6d4f-4d1a-9313-08de3f642e4b">
      <Terms xmlns="http://schemas.microsoft.com/office/infopath/2007/PartnerControls"/>
    </lcf76f155ced4ddcb4097134ff3c332f>
    <TaxCatchAll xmlns="211abf4e-acce-4906-8a53-7693db9d194b" xsi:nil="true"/>
    <Helpful xmlns="bc21839b-6d4f-4d1a-9313-08de3f642e4b">true</Helpfu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E5F156-D347-423C-BEBE-A49AEE33486A}"/>
</file>

<file path=customXml/itemProps2.xml><?xml version="1.0" encoding="utf-8"?>
<ds:datastoreItem xmlns:ds="http://schemas.openxmlformats.org/officeDocument/2006/customXml" ds:itemID="{B44D505F-9EA6-4E7F-8B62-FD60187246BF}">
  <ds:schemaRefs>
    <ds:schemaRef ds:uri="http://schemas.microsoft.com/office/infopath/2007/PartnerControls"/>
    <ds:schemaRef ds:uri="http://schemas.microsoft.com/office/2006/documentManagement/types"/>
    <ds:schemaRef ds:uri="http://purl.org/dc/elements/1.1/"/>
    <ds:schemaRef ds:uri="bc21839b-6d4f-4d1a-9313-08de3f642e4b"/>
    <ds:schemaRef ds:uri="http://purl.org/dc/terms/"/>
    <ds:schemaRef ds:uri="http://purl.org/dc/dcmitype/"/>
    <ds:schemaRef ds:uri="http://schemas.microsoft.com/office/2006/metadata/properties"/>
    <ds:schemaRef ds:uri="211abf4e-acce-4906-8a53-7693db9d194b"/>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C3E1E28-5639-49D9-9638-CB5BF2BF974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Coral Health Advisors</Template>
  <TotalTime>2</TotalTime>
  <Words>0</Words>
  <Application>Microsoft Office PowerPoint</Application>
  <PresentationFormat>Widescreen</PresentationFormat>
  <Paragraphs>0</Paragraphs>
  <Slides>6</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6</vt:i4>
      </vt:variant>
    </vt:vector>
  </HeadingPairs>
  <TitlesOfParts>
    <vt:vector size="13" baseType="lpstr">
      <vt:lpstr>Arial</vt:lpstr>
      <vt:lpstr>Calibri</vt:lpstr>
      <vt:lpstr>Poppins</vt:lpstr>
      <vt:lpstr>Title Slide - Orange</vt:lpstr>
      <vt:lpstr>Title Slide - Yellow</vt:lpstr>
      <vt:lpstr>Title Slide - Blue</vt:lpstr>
      <vt:lpstr>Title Slide - Gray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 Koepke</dc:creator>
  <cp:lastModifiedBy>Maria Alexander</cp:lastModifiedBy>
  <cp:revision>4</cp:revision>
  <dcterms:created xsi:type="dcterms:W3CDTF">2024-01-08T16:00:19Z</dcterms:created>
  <dcterms:modified xsi:type="dcterms:W3CDTF">2025-11-20T20:38:50Z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0x01010069ECD22216056A4C861FBFA3A848DD75</vt:lpwstr>
  </property>
</Properties>
</file>